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6413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798" y="-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DFDFD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71B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DFDFD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71B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239498" y="0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0" y="0"/>
                </a:moveTo>
                <a:lnTo>
                  <a:pt x="35277" y="35277"/>
                </a:lnTo>
                <a:lnTo>
                  <a:pt x="70555" y="70555"/>
                </a:lnTo>
                <a:lnTo>
                  <a:pt x="105833" y="105833"/>
                </a:lnTo>
                <a:lnTo>
                  <a:pt x="141111" y="141111"/>
                </a:lnTo>
                <a:lnTo>
                  <a:pt x="176388" y="176388"/>
                </a:lnTo>
                <a:lnTo>
                  <a:pt x="211666" y="211666"/>
                </a:lnTo>
                <a:lnTo>
                  <a:pt x="246944" y="246944"/>
                </a:lnTo>
                <a:lnTo>
                  <a:pt x="282222" y="282222"/>
                </a:lnTo>
                <a:lnTo>
                  <a:pt x="317499" y="317499"/>
                </a:lnTo>
                <a:lnTo>
                  <a:pt x="352777" y="352777"/>
                </a:lnTo>
                <a:lnTo>
                  <a:pt x="388055" y="388055"/>
                </a:lnTo>
                <a:lnTo>
                  <a:pt x="423333" y="423333"/>
                </a:lnTo>
                <a:lnTo>
                  <a:pt x="458611" y="458611"/>
                </a:lnTo>
                <a:lnTo>
                  <a:pt x="493888" y="493888"/>
                </a:lnTo>
                <a:lnTo>
                  <a:pt x="529166" y="529166"/>
                </a:lnTo>
                <a:lnTo>
                  <a:pt x="564444" y="564444"/>
                </a:lnTo>
                <a:lnTo>
                  <a:pt x="599722" y="599722"/>
                </a:lnTo>
                <a:lnTo>
                  <a:pt x="634999" y="634999"/>
                </a:lnTo>
                <a:lnTo>
                  <a:pt x="670277" y="670277"/>
                </a:lnTo>
                <a:lnTo>
                  <a:pt x="705555" y="705555"/>
                </a:lnTo>
                <a:lnTo>
                  <a:pt x="740833" y="740833"/>
                </a:lnTo>
                <a:lnTo>
                  <a:pt x="776110" y="776111"/>
                </a:lnTo>
                <a:lnTo>
                  <a:pt x="811388" y="811388"/>
                </a:lnTo>
                <a:lnTo>
                  <a:pt x="846666" y="846666"/>
                </a:lnTo>
                <a:lnTo>
                  <a:pt x="881944" y="881944"/>
                </a:lnTo>
                <a:lnTo>
                  <a:pt x="917222" y="917222"/>
                </a:lnTo>
                <a:lnTo>
                  <a:pt x="952500" y="952499"/>
                </a:lnTo>
              </a:path>
            </a:pathLst>
          </a:custGeom>
          <a:ln w="9524">
            <a:solidFill>
              <a:srgbClr val="B065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334748" y="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35277" y="35277"/>
                </a:lnTo>
                <a:lnTo>
                  <a:pt x="70555" y="70555"/>
                </a:lnTo>
                <a:lnTo>
                  <a:pt x="105833" y="105833"/>
                </a:lnTo>
                <a:lnTo>
                  <a:pt x="141111" y="141111"/>
                </a:lnTo>
                <a:lnTo>
                  <a:pt x="176388" y="176388"/>
                </a:lnTo>
                <a:lnTo>
                  <a:pt x="211666" y="211666"/>
                </a:lnTo>
                <a:lnTo>
                  <a:pt x="246944" y="246944"/>
                </a:lnTo>
                <a:lnTo>
                  <a:pt x="282222" y="282222"/>
                </a:lnTo>
                <a:lnTo>
                  <a:pt x="317499" y="317499"/>
                </a:lnTo>
                <a:lnTo>
                  <a:pt x="352777" y="352777"/>
                </a:lnTo>
                <a:lnTo>
                  <a:pt x="388055" y="388055"/>
                </a:lnTo>
                <a:lnTo>
                  <a:pt x="423333" y="423333"/>
                </a:lnTo>
                <a:lnTo>
                  <a:pt x="458611" y="458611"/>
                </a:lnTo>
                <a:lnTo>
                  <a:pt x="493888" y="493888"/>
                </a:lnTo>
                <a:lnTo>
                  <a:pt x="529166" y="529166"/>
                </a:lnTo>
                <a:lnTo>
                  <a:pt x="564444" y="564444"/>
                </a:lnTo>
                <a:lnTo>
                  <a:pt x="599722" y="599722"/>
                </a:lnTo>
                <a:lnTo>
                  <a:pt x="634999" y="634999"/>
                </a:lnTo>
                <a:lnTo>
                  <a:pt x="670277" y="670277"/>
                </a:lnTo>
                <a:lnTo>
                  <a:pt x="705555" y="705555"/>
                </a:lnTo>
                <a:lnTo>
                  <a:pt x="740833" y="740833"/>
                </a:lnTo>
                <a:lnTo>
                  <a:pt x="776110" y="776111"/>
                </a:lnTo>
                <a:lnTo>
                  <a:pt x="811388" y="811388"/>
                </a:lnTo>
                <a:lnTo>
                  <a:pt x="846666" y="846666"/>
                </a:lnTo>
                <a:lnTo>
                  <a:pt x="857250" y="857250"/>
                </a:lnTo>
              </a:path>
            </a:pathLst>
          </a:custGeom>
          <a:ln w="9524">
            <a:solidFill>
              <a:srgbClr val="B065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429998" y="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35277" y="35277"/>
                </a:lnTo>
                <a:lnTo>
                  <a:pt x="70555" y="70555"/>
                </a:lnTo>
                <a:lnTo>
                  <a:pt x="105833" y="105833"/>
                </a:lnTo>
                <a:lnTo>
                  <a:pt x="141111" y="141111"/>
                </a:lnTo>
                <a:lnTo>
                  <a:pt x="176388" y="176388"/>
                </a:lnTo>
                <a:lnTo>
                  <a:pt x="211666" y="211666"/>
                </a:lnTo>
                <a:lnTo>
                  <a:pt x="246944" y="246944"/>
                </a:lnTo>
                <a:lnTo>
                  <a:pt x="282222" y="282222"/>
                </a:lnTo>
                <a:lnTo>
                  <a:pt x="317499" y="317499"/>
                </a:lnTo>
                <a:lnTo>
                  <a:pt x="352777" y="352777"/>
                </a:lnTo>
                <a:lnTo>
                  <a:pt x="388055" y="388055"/>
                </a:lnTo>
                <a:lnTo>
                  <a:pt x="423333" y="423333"/>
                </a:lnTo>
                <a:lnTo>
                  <a:pt x="458611" y="458611"/>
                </a:lnTo>
                <a:lnTo>
                  <a:pt x="493888" y="493888"/>
                </a:lnTo>
                <a:lnTo>
                  <a:pt x="529166" y="529166"/>
                </a:lnTo>
                <a:lnTo>
                  <a:pt x="564444" y="564444"/>
                </a:lnTo>
                <a:lnTo>
                  <a:pt x="599722" y="599722"/>
                </a:lnTo>
                <a:lnTo>
                  <a:pt x="634999" y="634999"/>
                </a:lnTo>
                <a:lnTo>
                  <a:pt x="670277" y="670277"/>
                </a:lnTo>
                <a:lnTo>
                  <a:pt x="705555" y="705555"/>
                </a:lnTo>
                <a:lnTo>
                  <a:pt x="740833" y="740833"/>
                </a:lnTo>
                <a:lnTo>
                  <a:pt x="762000" y="762000"/>
                </a:lnTo>
              </a:path>
            </a:pathLst>
          </a:custGeom>
          <a:ln w="9524">
            <a:solidFill>
              <a:srgbClr val="B065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525248" y="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35277" y="35277"/>
                </a:lnTo>
                <a:lnTo>
                  <a:pt x="70555" y="70555"/>
                </a:lnTo>
                <a:lnTo>
                  <a:pt x="105833" y="105833"/>
                </a:lnTo>
                <a:lnTo>
                  <a:pt x="141111" y="141111"/>
                </a:lnTo>
                <a:lnTo>
                  <a:pt x="176388" y="176388"/>
                </a:lnTo>
                <a:lnTo>
                  <a:pt x="211666" y="211666"/>
                </a:lnTo>
                <a:lnTo>
                  <a:pt x="246944" y="246944"/>
                </a:lnTo>
                <a:lnTo>
                  <a:pt x="282222" y="282222"/>
                </a:lnTo>
                <a:lnTo>
                  <a:pt x="317499" y="317499"/>
                </a:lnTo>
                <a:lnTo>
                  <a:pt x="352777" y="352777"/>
                </a:lnTo>
                <a:lnTo>
                  <a:pt x="388055" y="388055"/>
                </a:lnTo>
                <a:lnTo>
                  <a:pt x="423333" y="423333"/>
                </a:lnTo>
                <a:lnTo>
                  <a:pt x="458611" y="458611"/>
                </a:lnTo>
                <a:lnTo>
                  <a:pt x="493888" y="493888"/>
                </a:lnTo>
                <a:lnTo>
                  <a:pt x="529166" y="529166"/>
                </a:lnTo>
                <a:lnTo>
                  <a:pt x="564444" y="564444"/>
                </a:lnTo>
                <a:lnTo>
                  <a:pt x="599722" y="599722"/>
                </a:lnTo>
                <a:lnTo>
                  <a:pt x="634999" y="634999"/>
                </a:lnTo>
                <a:lnTo>
                  <a:pt x="666750" y="666750"/>
                </a:lnTo>
              </a:path>
            </a:pathLst>
          </a:custGeom>
          <a:ln w="9524">
            <a:solidFill>
              <a:srgbClr val="B065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620498" y="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35277" y="35277"/>
                </a:lnTo>
                <a:lnTo>
                  <a:pt x="70555" y="70555"/>
                </a:lnTo>
                <a:lnTo>
                  <a:pt x="105833" y="105833"/>
                </a:lnTo>
                <a:lnTo>
                  <a:pt x="141111" y="141111"/>
                </a:lnTo>
                <a:lnTo>
                  <a:pt x="176388" y="176388"/>
                </a:lnTo>
                <a:lnTo>
                  <a:pt x="211666" y="211666"/>
                </a:lnTo>
                <a:lnTo>
                  <a:pt x="246944" y="246944"/>
                </a:lnTo>
                <a:lnTo>
                  <a:pt x="282222" y="282222"/>
                </a:lnTo>
                <a:lnTo>
                  <a:pt x="317499" y="317499"/>
                </a:lnTo>
                <a:lnTo>
                  <a:pt x="352777" y="352777"/>
                </a:lnTo>
                <a:lnTo>
                  <a:pt x="388055" y="388055"/>
                </a:lnTo>
                <a:lnTo>
                  <a:pt x="423333" y="423333"/>
                </a:lnTo>
                <a:lnTo>
                  <a:pt x="458611" y="458611"/>
                </a:lnTo>
                <a:lnTo>
                  <a:pt x="493888" y="493888"/>
                </a:lnTo>
                <a:lnTo>
                  <a:pt x="529166" y="529166"/>
                </a:lnTo>
                <a:lnTo>
                  <a:pt x="564444" y="564444"/>
                </a:lnTo>
                <a:lnTo>
                  <a:pt x="571500" y="571500"/>
                </a:lnTo>
              </a:path>
            </a:pathLst>
          </a:custGeom>
          <a:ln w="9524">
            <a:solidFill>
              <a:srgbClr val="B065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715748" y="0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0" y="0"/>
                </a:moveTo>
                <a:lnTo>
                  <a:pt x="35277" y="35277"/>
                </a:lnTo>
                <a:lnTo>
                  <a:pt x="70555" y="70555"/>
                </a:lnTo>
                <a:lnTo>
                  <a:pt x="105833" y="105833"/>
                </a:lnTo>
                <a:lnTo>
                  <a:pt x="141111" y="141111"/>
                </a:lnTo>
                <a:lnTo>
                  <a:pt x="176388" y="176388"/>
                </a:lnTo>
                <a:lnTo>
                  <a:pt x="211666" y="211666"/>
                </a:lnTo>
                <a:lnTo>
                  <a:pt x="246944" y="246944"/>
                </a:lnTo>
                <a:lnTo>
                  <a:pt x="282222" y="282222"/>
                </a:lnTo>
                <a:lnTo>
                  <a:pt x="317499" y="317499"/>
                </a:lnTo>
                <a:lnTo>
                  <a:pt x="352777" y="352777"/>
                </a:lnTo>
                <a:lnTo>
                  <a:pt x="388055" y="388055"/>
                </a:lnTo>
                <a:lnTo>
                  <a:pt x="423333" y="423333"/>
                </a:lnTo>
                <a:lnTo>
                  <a:pt x="458611" y="458611"/>
                </a:lnTo>
                <a:lnTo>
                  <a:pt x="476250" y="476250"/>
                </a:lnTo>
              </a:path>
            </a:pathLst>
          </a:custGeom>
          <a:ln w="9524">
            <a:solidFill>
              <a:srgbClr val="B065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810998" y="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5277" y="35277"/>
                </a:lnTo>
                <a:lnTo>
                  <a:pt x="70555" y="70555"/>
                </a:lnTo>
                <a:lnTo>
                  <a:pt x="105833" y="105833"/>
                </a:lnTo>
                <a:lnTo>
                  <a:pt x="141111" y="141111"/>
                </a:lnTo>
                <a:lnTo>
                  <a:pt x="176388" y="176388"/>
                </a:lnTo>
                <a:lnTo>
                  <a:pt x="211666" y="211666"/>
                </a:lnTo>
                <a:lnTo>
                  <a:pt x="246944" y="246944"/>
                </a:lnTo>
                <a:lnTo>
                  <a:pt x="282222" y="282222"/>
                </a:lnTo>
                <a:lnTo>
                  <a:pt x="317499" y="317499"/>
                </a:lnTo>
                <a:lnTo>
                  <a:pt x="352777" y="352777"/>
                </a:lnTo>
                <a:lnTo>
                  <a:pt x="381000" y="381000"/>
                </a:lnTo>
              </a:path>
            </a:pathLst>
          </a:custGeom>
          <a:ln w="9524">
            <a:solidFill>
              <a:srgbClr val="B065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1906248" y="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35277" y="35277"/>
                </a:lnTo>
                <a:lnTo>
                  <a:pt x="70555" y="70555"/>
                </a:lnTo>
                <a:lnTo>
                  <a:pt x="105833" y="105833"/>
                </a:lnTo>
                <a:lnTo>
                  <a:pt x="141111" y="141111"/>
                </a:lnTo>
                <a:lnTo>
                  <a:pt x="176388" y="176388"/>
                </a:lnTo>
                <a:lnTo>
                  <a:pt x="211666" y="211666"/>
                </a:lnTo>
                <a:lnTo>
                  <a:pt x="246944" y="246944"/>
                </a:lnTo>
                <a:lnTo>
                  <a:pt x="282222" y="282222"/>
                </a:lnTo>
                <a:lnTo>
                  <a:pt x="285750" y="285750"/>
                </a:lnTo>
              </a:path>
            </a:pathLst>
          </a:custGeom>
          <a:ln w="9524">
            <a:solidFill>
              <a:srgbClr val="B065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96735" y="-4762"/>
            <a:ext cx="200025" cy="200025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761999" y="761999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76199" y="1142999"/>
                </a:moveTo>
                <a:lnTo>
                  <a:pt x="0" y="1142999"/>
                </a:lnTo>
                <a:lnTo>
                  <a:pt x="0" y="0"/>
                </a:lnTo>
                <a:lnTo>
                  <a:pt x="76199" y="0"/>
                </a:lnTo>
                <a:lnTo>
                  <a:pt x="76199" y="1142999"/>
                </a:lnTo>
                <a:close/>
              </a:path>
            </a:pathLst>
          </a:custGeom>
          <a:solidFill>
            <a:srgbClr val="B065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49299" y="2360056"/>
            <a:ext cx="4564380" cy="4022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B065F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71B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239498" y="0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0" y="0"/>
                </a:moveTo>
                <a:lnTo>
                  <a:pt x="35277" y="35277"/>
                </a:lnTo>
                <a:lnTo>
                  <a:pt x="70555" y="70555"/>
                </a:lnTo>
                <a:lnTo>
                  <a:pt x="105833" y="105833"/>
                </a:lnTo>
                <a:lnTo>
                  <a:pt x="141111" y="141111"/>
                </a:lnTo>
                <a:lnTo>
                  <a:pt x="176388" y="176388"/>
                </a:lnTo>
                <a:lnTo>
                  <a:pt x="211666" y="211666"/>
                </a:lnTo>
                <a:lnTo>
                  <a:pt x="246944" y="246944"/>
                </a:lnTo>
                <a:lnTo>
                  <a:pt x="282222" y="282222"/>
                </a:lnTo>
                <a:lnTo>
                  <a:pt x="317499" y="317499"/>
                </a:lnTo>
                <a:lnTo>
                  <a:pt x="352777" y="352777"/>
                </a:lnTo>
                <a:lnTo>
                  <a:pt x="388055" y="388055"/>
                </a:lnTo>
                <a:lnTo>
                  <a:pt x="423333" y="423333"/>
                </a:lnTo>
                <a:lnTo>
                  <a:pt x="458611" y="458611"/>
                </a:lnTo>
                <a:lnTo>
                  <a:pt x="493888" y="493888"/>
                </a:lnTo>
                <a:lnTo>
                  <a:pt x="529166" y="529166"/>
                </a:lnTo>
                <a:lnTo>
                  <a:pt x="564444" y="564444"/>
                </a:lnTo>
                <a:lnTo>
                  <a:pt x="599722" y="599722"/>
                </a:lnTo>
                <a:lnTo>
                  <a:pt x="634999" y="634999"/>
                </a:lnTo>
                <a:lnTo>
                  <a:pt x="670277" y="670277"/>
                </a:lnTo>
                <a:lnTo>
                  <a:pt x="705555" y="705555"/>
                </a:lnTo>
                <a:lnTo>
                  <a:pt x="740833" y="740833"/>
                </a:lnTo>
                <a:lnTo>
                  <a:pt x="776110" y="776111"/>
                </a:lnTo>
                <a:lnTo>
                  <a:pt x="811388" y="811388"/>
                </a:lnTo>
                <a:lnTo>
                  <a:pt x="846666" y="846666"/>
                </a:lnTo>
                <a:lnTo>
                  <a:pt x="881944" y="881944"/>
                </a:lnTo>
                <a:lnTo>
                  <a:pt x="917222" y="917222"/>
                </a:lnTo>
                <a:lnTo>
                  <a:pt x="952500" y="952499"/>
                </a:lnTo>
              </a:path>
            </a:pathLst>
          </a:custGeom>
          <a:ln w="9524">
            <a:solidFill>
              <a:srgbClr val="B065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334748" y="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35277" y="35277"/>
                </a:lnTo>
                <a:lnTo>
                  <a:pt x="70555" y="70555"/>
                </a:lnTo>
                <a:lnTo>
                  <a:pt x="105833" y="105833"/>
                </a:lnTo>
                <a:lnTo>
                  <a:pt x="141111" y="141111"/>
                </a:lnTo>
                <a:lnTo>
                  <a:pt x="176388" y="176388"/>
                </a:lnTo>
                <a:lnTo>
                  <a:pt x="211666" y="211666"/>
                </a:lnTo>
                <a:lnTo>
                  <a:pt x="246944" y="246944"/>
                </a:lnTo>
                <a:lnTo>
                  <a:pt x="282222" y="282222"/>
                </a:lnTo>
                <a:lnTo>
                  <a:pt x="317499" y="317499"/>
                </a:lnTo>
                <a:lnTo>
                  <a:pt x="352777" y="352777"/>
                </a:lnTo>
                <a:lnTo>
                  <a:pt x="388055" y="388055"/>
                </a:lnTo>
                <a:lnTo>
                  <a:pt x="423333" y="423333"/>
                </a:lnTo>
                <a:lnTo>
                  <a:pt x="458611" y="458611"/>
                </a:lnTo>
                <a:lnTo>
                  <a:pt x="493888" y="493888"/>
                </a:lnTo>
                <a:lnTo>
                  <a:pt x="529166" y="529166"/>
                </a:lnTo>
                <a:lnTo>
                  <a:pt x="564444" y="564444"/>
                </a:lnTo>
                <a:lnTo>
                  <a:pt x="599722" y="599722"/>
                </a:lnTo>
                <a:lnTo>
                  <a:pt x="634999" y="634999"/>
                </a:lnTo>
                <a:lnTo>
                  <a:pt x="670277" y="670277"/>
                </a:lnTo>
                <a:lnTo>
                  <a:pt x="705555" y="705555"/>
                </a:lnTo>
                <a:lnTo>
                  <a:pt x="740833" y="740833"/>
                </a:lnTo>
                <a:lnTo>
                  <a:pt x="776110" y="776111"/>
                </a:lnTo>
                <a:lnTo>
                  <a:pt x="811388" y="811388"/>
                </a:lnTo>
                <a:lnTo>
                  <a:pt x="846666" y="846666"/>
                </a:lnTo>
                <a:lnTo>
                  <a:pt x="857250" y="857250"/>
                </a:lnTo>
              </a:path>
            </a:pathLst>
          </a:custGeom>
          <a:ln w="9524">
            <a:solidFill>
              <a:srgbClr val="B065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429998" y="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35277" y="35277"/>
                </a:lnTo>
                <a:lnTo>
                  <a:pt x="70555" y="70555"/>
                </a:lnTo>
                <a:lnTo>
                  <a:pt x="105833" y="105833"/>
                </a:lnTo>
                <a:lnTo>
                  <a:pt x="141111" y="141111"/>
                </a:lnTo>
                <a:lnTo>
                  <a:pt x="176388" y="176388"/>
                </a:lnTo>
                <a:lnTo>
                  <a:pt x="211666" y="211666"/>
                </a:lnTo>
                <a:lnTo>
                  <a:pt x="246944" y="246944"/>
                </a:lnTo>
                <a:lnTo>
                  <a:pt x="282222" y="282222"/>
                </a:lnTo>
                <a:lnTo>
                  <a:pt x="317499" y="317499"/>
                </a:lnTo>
                <a:lnTo>
                  <a:pt x="352777" y="352777"/>
                </a:lnTo>
                <a:lnTo>
                  <a:pt x="388055" y="388055"/>
                </a:lnTo>
                <a:lnTo>
                  <a:pt x="423333" y="423333"/>
                </a:lnTo>
                <a:lnTo>
                  <a:pt x="458611" y="458611"/>
                </a:lnTo>
                <a:lnTo>
                  <a:pt x="493888" y="493888"/>
                </a:lnTo>
                <a:lnTo>
                  <a:pt x="529166" y="529166"/>
                </a:lnTo>
                <a:lnTo>
                  <a:pt x="564444" y="564444"/>
                </a:lnTo>
                <a:lnTo>
                  <a:pt x="599722" y="599722"/>
                </a:lnTo>
                <a:lnTo>
                  <a:pt x="634999" y="634999"/>
                </a:lnTo>
                <a:lnTo>
                  <a:pt x="670277" y="670277"/>
                </a:lnTo>
                <a:lnTo>
                  <a:pt x="705555" y="705555"/>
                </a:lnTo>
                <a:lnTo>
                  <a:pt x="740833" y="740833"/>
                </a:lnTo>
                <a:lnTo>
                  <a:pt x="762000" y="762000"/>
                </a:lnTo>
              </a:path>
            </a:pathLst>
          </a:custGeom>
          <a:ln w="9524">
            <a:solidFill>
              <a:srgbClr val="B065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525248" y="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35277" y="35277"/>
                </a:lnTo>
                <a:lnTo>
                  <a:pt x="70555" y="70555"/>
                </a:lnTo>
                <a:lnTo>
                  <a:pt x="105833" y="105833"/>
                </a:lnTo>
                <a:lnTo>
                  <a:pt x="141111" y="141111"/>
                </a:lnTo>
                <a:lnTo>
                  <a:pt x="176388" y="176388"/>
                </a:lnTo>
                <a:lnTo>
                  <a:pt x="211666" y="211666"/>
                </a:lnTo>
                <a:lnTo>
                  <a:pt x="246944" y="246944"/>
                </a:lnTo>
                <a:lnTo>
                  <a:pt x="282222" y="282222"/>
                </a:lnTo>
                <a:lnTo>
                  <a:pt x="317499" y="317499"/>
                </a:lnTo>
                <a:lnTo>
                  <a:pt x="352777" y="352777"/>
                </a:lnTo>
                <a:lnTo>
                  <a:pt x="388055" y="388055"/>
                </a:lnTo>
                <a:lnTo>
                  <a:pt x="423333" y="423333"/>
                </a:lnTo>
                <a:lnTo>
                  <a:pt x="458611" y="458611"/>
                </a:lnTo>
                <a:lnTo>
                  <a:pt x="493888" y="493888"/>
                </a:lnTo>
                <a:lnTo>
                  <a:pt x="529166" y="529166"/>
                </a:lnTo>
                <a:lnTo>
                  <a:pt x="564444" y="564444"/>
                </a:lnTo>
                <a:lnTo>
                  <a:pt x="599722" y="599722"/>
                </a:lnTo>
                <a:lnTo>
                  <a:pt x="634999" y="634999"/>
                </a:lnTo>
                <a:lnTo>
                  <a:pt x="666750" y="666750"/>
                </a:lnTo>
              </a:path>
            </a:pathLst>
          </a:custGeom>
          <a:ln w="9524">
            <a:solidFill>
              <a:srgbClr val="B065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620498" y="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35277" y="35277"/>
                </a:lnTo>
                <a:lnTo>
                  <a:pt x="70555" y="70555"/>
                </a:lnTo>
                <a:lnTo>
                  <a:pt x="105833" y="105833"/>
                </a:lnTo>
                <a:lnTo>
                  <a:pt x="141111" y="141111"/>
                </a:lnTo>
                <a:lnTo>
                  <a:pt x="176388" y="176388"/>
                </a:lnTo>
                <a:lnTo>
                  <a:pt x="211666" y="211666"/>
                </a:lnTo>
                <a:lnTo>
                  <a:pt x="246944" y="246944"/>
                </a:lnTo>
                <a:lnTo>
                  <a:pt x="282222" y="282222"/>
                </a:lnTo>
                <a:lnTo>
                  <a:pt x="317499" y="317499"/>
                </a:lnTo>
                <a:lnTo>
                  <a:pt x="352777" y="352777"/>
                </a:lnTo>
                <a:lnTo>
                  <a:pt x="388055" y="388055"/>
                </a:lnTo>
                <a:lnTo>
                  <a:pt x="423333" y="423333"/>
                </a:lnTo>
                <a:lnTo>
                  <a:pt x="458611" y="458611"/>
                </a:lnTo>
                <a:lnTo>
                  <a:pt x="493888" y="493888"/>
                </a:lnTo>
                <a:lnTo>
                  <a:pt x="529166" y="529166"/>
                </a:lnTo>
                <a:lnTo>
                  <a:pt x="564444" y="564444"/>
                </a:lnTo>
                <a:lnTo>
                  <a:pt x="571500" y="571500"/>
                </a:lnTo>
              </a:path>
            </a:pathLst>
          </a:custGeom>
          <a:ln w="9524">
            <a:solidFill>
              <a:srgbClr val="B065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715748" y="0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0" y="0"/>
                </a:moveTo>
                <a:lnTo>
                  <a:pt x="35277" y="35277"/>
                </a:lnTo>
                <a:lnTo>
                  <a:pt x="70555" y="70555"/>
                </a:lnTo>
                <a:lnTo>
                  <a:pt x="105833" y="105833"/>
                </a:lnTo>
                <a:lnTo>
                  <a:pt x="141111" y="141111"/>
                </a:lnTo>
                <a:lnTo>
                  <a:pt x="176388" y="176388"/>
                </a:lnTo>
                <a:lnTo>
                  <a:pt x="211666" y="211666"/>
                </a:lnTo>
                <a:lnTo>
                  <a:pt x="246944" y="246944"/>
                </a:lnTo>
                <a:lnTo>
                  <a:pt x="282222" y="282222"/>
                </a:lnTo>
                <a:lnTo>
                  <a:pt x="317499" y="317499"/>
                </a:lnTo>
                <a:lnTo>
                  <a:pt x="352777" y="352777"/>
                </a:lnTo>
                <a:lnTo>
                  <a:pt x="388055" y="388055"/>
                </a:lnTo>
                <a:lnTo>
                  <a:pt x="423333" y="423333"/>
                </a:lnTo>
                <a:lnTo>
                  <a:pt x="458611" y="458611"/>
                </a:lnTo>
                <a:lnTo>
                  <a:pt x="476250" y="476250"/>
                </a:lnTo>
              </a:path>
            </a:pathLst>
          </a:custGeom>
          <a:ln w="9524">
            <a:solidFill>
              <a:srgbClr val="B065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1250" y="650561"/>
            <a:ext cx="4842510" cy="12623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79690" y="3321121"/>
            <a:ext cx="5162550" cy="2368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DFDFD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3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904" y="799504"/>
            <a:ext cx="153590" cy="15359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35074" y="753833"/>
            <a:ext cx="1109980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00" spc="-55" dirty="0">
                <a:solidFill>
                  <a:srgbClr val="FFFFFF"/>
                </a:solidFill>
                <a:latin typeface="Arial"/>
                <a:cs typeface="Arial"/>
              </a:rPr>
              <a:t>TECHCODERS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499" y="1714499"/>
            <a:ext cx="76200" cy="2476500"/>
          </a:xfrm>
          <a:custGeom>
            <a:avLst/>
            <a:gdLst/>
            <a:ahLst/>
            <a:cxnLst/>
            <a:rect l="l" t="t" r="r" b="b"/>
            <a:pathLst>
              <a:path w="76200" h="2476500">
                <a:moveTo>
                  <a:pt x="76199" y="2476499"/>
                </a:moveTo>
                <a:lnTo>
                  <a:pt x="0" y="2476499"/>
                </a:lnTo>
                <a:lnTo>
                  <a:pt x="0" y="0"/>
                </a:lnTo>
                <a:lnTo>
                  <a:pt x="76199" y="0"/>
                </a:lnTo>
                <a:lnTo>
                  <a:pt x="76199" y="2476499"/>
                </a:lnTo>
                <a:close/>
              </a:path>
            </a:pathLst>
          </a:custGeom>
          <a:solidFill>
            <a:srgbClr val="B065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01749" y="1694204"/>
            <a:ext cx="7638415" cy="14528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4115"/>
              </a:lnSpc>
              <a:spcBef>
                <a:spcPts val="110"/>
              </a:spcBef>
            </a:pPr>
            <a:r>
              <a:rPr sz="3500" spc="-335" dirty="0"/>
              <a:t>CERTIFICATE</a:t>
            </a:r>
            <a:endParaRPr sz="3500"/>
          </a:p>
          <a:p>
            <a:pPr marL="12700">
              <a:lnSpc>
                <a:spcPts val="7115"/>
              </a:lnSpc>
            </a:pPr>
            <a:r>
              <a:rPr sz="6000" spc="-600" dirty="0">
                <a:latin typeface="Verdana"/>
                <a:cs typeface="Verdana"/>
              </a:rPr>
              <a:t>GENERATOR</a:t>
            </a:r>
            <a:r>
              <a:rPr sz="6000" spc="-800" dirty="0">
                <a:latin typeface="Verdana"/>
                <a:cs typeface="Verdana"/>
              </a:rPr>
              <a:t> </a:t>
            </a:r>
            <a:r>
              <a:rPr sz="6000" spc="-740" dirty="0">
                <a:latin typeface="Verdana"/>
                <a:cs typeface="Verdana"/>
              </a:rPr>
              <a:t>SYSTEM</a:t>
            </a:r>
            <a:endParaRPr sz="60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4263" y="3857438"/>
            <a:ext cx="190872" cy="19087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4263" y="4209863"/>
            <a:ext cx="190872" cy="19087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01749" y="3308438"/>
            <a:ext cx="4386580" cy="1119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55" dirty="0">
                <a:solidFill>
                  <a:srgbClr val="B065FA"/>
                </a:solidFill>
                <a:latin typeface="Arial"/>
                <a:cs typeface="Arial"/>
              </a:rPr>
              <a:t>Automating</a:t>
            </a:r>
            <a:r>
              <a:rPr sz="2050" spc="-160" dirty="0">
                <a:solidFill>
                  <a:srgbClr val="B065FA"/>
                </a:solidFill>
                <a:latin typeface="Arial"/>
                <a:cs typeface="Arial"/>
              </a:rPr>
              <a:t> </a:t>
            </a:r>
            <a:r>
              <a:rPr sz="2050" spc="-30" dirty="0">
                <a:solidFill>
                  <a:srgbClr val="B065FA"/>
                </a:solidFill>
                <a:latin typeface="Arial"/>
                <a:cs typeface="Arial"/>
              </a:rPr>
              <a:t>Certificate</a:t>
            </a:r>
            <a:r>
              <a:rPr sz="2050" spc="5" dirty="0">
                <a:solidFill>
                  <a:srgbClr val="B065FA"/>
                </a:solidFill>
                <a:latin typeface="Arial"/>
                <a:cs typeface="Arial"/>
              </a:rPr>
              <a:t> </a:t>
            </a:r>
            <a:r>
              <a:rPr sz="2050" spc="-60" dirty="0">
                <a:solidFill>
                  <a:srgbClr val="B065FA"/>
                </a:solidFill>
                <a:latin typeface="Arial"/>
                <a:cs typeface="Arial"/>
              </a:rPr>
              <a:t>Creation</a:t>
            </a:r>
            <a:r>
              <a:rPr sz="2050" spc="-155" dirty="0">
                <a:solidFill>
                  <a:srgbClr val="B065FA"/>
                </a:solidFill>
                <a:latin typeface="Arial"/>
                <a:cs typeface="Arial"/>
              </a:rPr>
              <a:t> </a:t>
            </a:r>
            <a:r>
              <a:rPr sz="2050" spc="-65" dirty="0">
                <a:solidFill>
                  <a:srgbClr val="B065FA"/>
                </a:solidFill>
                <a:latin typeface="Arial"/>
                <a:cs typeface="Arial"/>
              </a:rPr>
              <a:t>Process</a:t>
            </a:r>
            <a:endParaRPr sz="2050">
              <a:latin typeface="Arial"/>
              <a:cs typeface="Arial"/>
            </a:endParaRPr>
          </a:p>
          <a:p>
            <a:pPr marL="297815">
              <a:lnSpc>
                <a:spcPct val="100000"/>
              </a:lnSpc>
              <a:spcBef>
                <a:spcPts val="1390"/>
              </a:spcBef>
            </a:pPr>
            <a:r>
              <a:rPr sz="165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Team:</a:t>
            </a:r>
            <a:r>
              <a:rPr sz="165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TechCoders</a:t>
            </a:r>
            <a:endParaRPr sz="1650">
              <a:latin typeface="Microsoft Sans Serif"/>
              <a:cs typeface="Microsoft Sans Serif"/>
            </a:endParaRPr>
          </a:p>
          <a:p>
            <a:pPr marL="297815">
              <a:lnSpc>
                <a:spcPct val="100000"/>
              </a:lnSpc>
              <a:spcBef>
                <a:spcPts val="795"/>
              </a:spcBef>
            </a:pPr>
            <a:r>
              <a:rPr sz="165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Dilshan</a:t>
            </a:r>
            <a:r>
              <a:rPr sz="1650" spc="-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50" spc="-13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165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Soban</a:t>
            </a:r>
            <a:r>
              <a:rPr sz="1650" spc="1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50" spc="-40" dirty="0">
                <a:solidFill>
                  <a:srgbClr val="A0A0A0"/>
                </a:solidFill>
                <a:latin typeface="Arial"/>
                <a:cs typeface="Arial"/>
              </a:rPr>
              <a:t>(Full</a:t>
            </a:r>
            <a:r>
              <a:rPr sz="1650" spc="-16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650" spc="-35" dirty="0">
                <a:solidFill>
                  <a:srgbClr val="A0A0A0"/>
                </a:solidFill>
                <a:latin typeface="Arial"/>
                <a:cs typeface="Arial"/>
              </a:rPr>
              <a:t>Stack</a:t>
            </a:r>
            <a:r>
              <a:rPr sz="1650" spc="-16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A0A0A0"/>
                </a:solidFill>
                <a:latin typeface="Arial"/>
                <a:cs typeface="Arial"/>
              </a:rPr>
              <a:t>Developers)</a:t>
            </a:r>
            <a:endParaRPr sz="16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9800" y="5805017"/>
            <a:ext cx="1087120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160" dirty="0">
                <a:solidFill>
                  <a:srgbClr val="9CA2AF"/>
                </a:solidFill>
                <a:latin typeface="Arial"/>
                <a:cs typeface="Arial"/>
              </a:rPr>
              <a:t>BL</a:t>
            </a:r>
            <a:r>
              <a:rPr sz="1350" spc="-18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1350" spc="-70" dirty="0">
                <a:solidFill>
                  <a:srgbClr val="9CA2AF"/>
                </a:solidFill>
                <a:latin typeface="Arial"/>
                <a:cs typeface="Arial"/>
              </a:rPr>
              <a:t>Soni</a:t>
            </a:r>
            <a:r>
              <a:rPr sz="1350" spc="-12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9CA2AF"/>
                </a:solidFill>
                <a:latin typeface="Arial"/>
                <a:cs typeface="Arial"/>
              </a:rPr>
              <a:t>College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949110" y="947737"/>
            <a:ext cx="247650" cy="962025"/>
            <a:chOff x="11949110" y="947737"/>
            <a:chExt cx="247650" cy="962025"/>
          </a:xfrm>
        </p:grpSpPr>
        <p:sp>
          <p:nvSpPr>
            <p:cNvPr id="11" name="object 11"/>
            <p:cNvSpPr/>
            <p:nvPr/>
          </p:nvSpPr>
          <p:spPr>
            <a:xfrm>
              <a:off x="11953873" y="952499"/>
              <a:ext cx="238125" cy="952500"/>
            </a:xfrm>
            <a:custGeom>
              <a:avLst/>
              <a:gdLst/>
              <a:ahLst/>
              <a:cxnLst/>
              <a:rect l="l" t="t" r="r" b="b"/>
              <a:pathLst>
                <a:path w="238125" h="952500">
                  <a:moveTo>
                    <a:pt x="238125" y="0"/>
                  </a:moveTo>
                  <a:lnTo>
                    <a:pt x="200091" y="39687"/>
                  </a:lnTo>
                  <a:lnTo>
                    <a:pt x="165364" y="79375"/>
                  </a:lnTo>
                  <a:lnTo>
                    <a:pt x="133945" y="119062"/>
                  </a:lnTo>
                  <a:lnTo>
                    <a:pt x="105833" y="158750"/>
                  </a:lnTo>
                  <a:lnTo>
                    <a:pt x="81028" y="198437"/>
                  </a:lnTo>
                  <a:lnTo>
                    <a:pt x="59531" y="238124"/>
                  </a:lnTo>
                  <a:lnTo>
                    <a:pt x="41341" y="277812"/>
                  </a:lnTo>
                  <a:lnTo>
                    <a:pt x="26458" y="317499"/>
                  </a:lnTo>
                  <a:lnTo>
                    <a:pt x="14882" y="357187"/>
                  </a:lnTo>
                  <a:lnTo>
                    <a:pt x="6614" y="396874"/>
                  </a:lnTo>
                  <a:lnTo>
                    <a:pt x="1653" y="436562"/>
                  </a:lnTo>
                  <a:lnTo>
                    <a:pt x="0" y="476249"/>
                  </a:lnTo>
                  <a:lnTo>
                    <a:pt x="1653" y="515937"/>
                  </a:lnTo>
                  <a:lnTo>
                    <a:pt x="6614" y="555624"/>
                  </a:lnTo>
                  <a:lnTo>
                    <a:pt x="14882" y="595312"/>
                  </a:lnTo>
                  <a:lnTo>
                    <a:pt x="26458" y="634999"/>
                  </a:lnTo>
                  <a:lnTo>
                    <a:pt x="41341" y="674687"/>
                  </a:lnTo>
                  <a:lnTo>
                    <a:pt x="59531" y="714374"/>
                  </a:lnTo>
                  <a:lnTo>
                    <a:pt x="81028" y="754062"/>
                  </a:lnTo>
                  <a:lnTo>
                    <a:pt x="105833" y="793749"/>
                  </a:lnTo>
                  <a:lnTo>
                    <a:pt x="133945" y="833437"/>
                  </a:lnTo>
                  <a:lnTo>
                    <a:pt x="165364" y="873124"/>
                  </a:lnTo>
                  <a:lnTo>
                    <a:pt x="200091" y="912812"/>
                  </a:lnTo>
                  <a:lnTo>
                    <a:pt x="238125" y="952499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144373" y="1407101"/>
              <a:ext cx="47625" cy="424815"/>
            </a:xfrm>
            <a:custGeom>
              <a:avLst/>
              <a:gdLst/>
              <a:ahLst/>
              <a:cxnLst/>
              <a:rect l="l" t="t" r="r" b="b"/>
              <a:pathLst>
                <a:path w="47625" h="424814">
                  <a:moveTo>
                    <a:pt x="47625" y="0"/>
                  </a:moveTo>
                  <a:lnTo>
                    <a:pt x="26458" y="53398"/>
                  </a:lnTo>
                  <a:lnTo>
                    <a:pt x="14882" y="93085"/>
                  </a:lnTo>
                  <a:lnTo>
                    <a:pt x="6614" y="132773"/>
                  </a:lnTo>
                  <a:lnTo>
                    <a:pt x="1653" y="172460"/>
                  </a:lnTo>
                  <a:lnTo>
                    <a:pt x="0" y="212148"/>
                  </a:lnTo>
                  <a:lnTo>
                    <a:pt x="1653" y="251835"/>
                  </a:lnTo>
                  <a:lnTo>
                    <a:pt x="6614" y="291523"/>
                  </a:lnTo>
                  <a:lnTo>
                    <a:pt x="14882" y="331210"/>
                  </a:lnTo>
                  <a:lnTo>
                    <a:pt x="26458" y="370898"/>
                  </a:lnTo>
                  <a:lnTo>
                    <a:pt x="41341" y="410585"/>
                  </a:lnTo>
                  <a:lnTo>
                    <a:pt x="47625" y="424296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1949110" y="2852737"/>
            <a:ext cx="247650" cy="962025"/>
            <a:chOff x="11949110" y="2852737"/>
            <a:chExt cx="247650" cy="962025"/>
          </a:xfrm>
        </p:grpSpPr>
        <p:sp>
          <p:nvSpPr>
            <p:cNvPr id="14" name="object 14"/>
            <p:cNvSpPr/>
            <p:nvPr/>
          </p:nvSpPr>
          <p:spPr>
            <a:xfrm>
              <a:off x="11953873" y="2857499"/>
              <a:ext cx="238125" cy="952500"/>
            </a:xfrm>
            <a:custGeom>
              <a:avLst/>
              <a:gdLst/>
              <a:ahLst/>
              <a:cxnLst/>
              <a:rect l="l" t="t" r="r" b="b"/>
              <a:pathLst>
                <a:path w="238125" h="952500">
                  <a:moveTo>
                    <a:pt x="238125" y="0"/>
                  </a:moveTo>
                  <a:lnTo>
                    <a:pt x="200091" y="39687"/>
                  </a:lnTo>
                  <a:lnTo>
                    <a:pt x="165364" y="79375"/>
                  </a:lnTo>
                  <a:lnTo>
                    <a:pt x="133945" y="119062"/>
                  </a:lnTo>
                  <a:lnTo>
                    <a:pt x="105833" y="158749"/>
                  </a:lnTo>
                  <a:lnTo>
                    <a:pt x="81028" y="198437"/>
                  </a:lnTo>
                  <a:lnTo>
                    <a:pt x="59531" y="238124"/>
                  </a:lnTo>
                  <a:lnTo>
                    <a:pt x="41341" y="277812"/>
                  </a:lnTo>
                  <a:lnTo>
                    <a:pt x="26458" y="317499"/>
                  </a:lnTo>
                  <a:lnTo>
                    <a:pt x="14882" y="357187"/>
                  </a:lnTo>
                  <a:lnTo>
                    <a:pt x="6614" y="396874"/>
                  </a:lnTo>
                  <a:lnTo>
                    <a:pt x="1653" y="436562"/>
                  </a:lnTo>
                  <a:lnTo>
                    <a:pt x="0" y="476249"/>
                  </a:lnTo>
                  <a:lnTo>
                    <a:pt x="1653" y="515937"/>
                  </a:lnTo>
                  <a:lnTo>
                    <a:pt x="6614" y="555624"/>
                  </a:lnTo>
                  <a:lnTo>
                    <a:pt x="14882" y="595312"/>
                  </a:lnTo>
                  <a:lnTo>
                    <a:pt x="26458" y="634999"/>
                  </a:lnTo>
                  <a:lnTo>
                    <a:pt x="41341" y="674687"/>
                  </a:lnTo>
                  <a:lnTo>
                    <a:pt x="59531" y="714374"/>
                  </a:lnTo>
                  <a:lnTo>
                    <a:pt x="81028" y="754062"/>
                  </a:lnTo>
                  <a:lnTo>
                    <a:pt x="105833" y="793749"/>
                  </a:lnTo>
                  <a:lnTo>
                    <a:pt x="133945" y="833437"/>
                  </a:lnTo>
                  <a:lnTo>
                    <a:pt x="165364" y="873124"/>
                  </a:lnTo>
                  <a:lnTo>
                    <a:pt x="200091" y="912812"/>
                  </a:lnTo>
                  <a:lnTo>
                    <a:pt x="238125" y="952499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144373" y="3312101"/>
              <a:ext cx="47625" cy="424815"/>
            </a:xfrm>
            <a:custGeom>
              <a:avLst/>
              <a:gdLst/>
              <a:ahLst/>
              <a:cxnLst/>
              <a:rect l="l" t="t" r="r" b="b"/>
              <a:pathLst>
                <a:path w="47625" h="424814">
                  <a:moveTo>
                    <a:pt x="47625" y="0"/>
                  </a:moveTo>
                  <a:lnTo>
                    <a:pt x="26458" y="53398"/>
                  </a:lnTo>
                  <a:lnTo>
                    <a:pt x="14882" y="93085"/>
                  </a:lnTo>
                  <a:lnTo>
                    <a:pt x="6614" y="132773"/>
                  </a:lnTo>
                  <a:lnTo>
                    <a:pt x="1653" y="172460"/>
                  </a:lnTo>
                  <a:lnTo>
                    <a:pt x="0" y="212148"/>
                  </a:lnTo>
                  <a:lnTo>
                    <a:pt x="1653" y="251835"/>
                  </a:lnTo>
                  <a:lnTo>
                    <a:pt x="6614" y="291523"/>
                  </a:lnTo>
                  <a:lnTo>
                    <a:pt x="14882" y="331210"/>
                  </a:lnTo>
                  <a:lnTo>
                    <a:pt x="26458" y="370898"/>
                  </a:lnTo>
                  <a:lnTo>
                    <a:pt x="41341" y="410585"/>
                  </a:lnTo>
                  <a:lnTo>
                    <a:pt x="47625" y="424296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1949110" y="4757736"/>
            <a:ext cx="247650" cy="962025"/>
            <a:chOff x="11949110" y="4757736"/>
            <a:chExt cx="247650" cy="962025"/>
          </a:xfrm>
        </p:grpSpPr>
        <p:sp>
          <p:nvSpPr>
            <p:cNvPr id="17" name="object 17"/>
            <p:cNvSpPr/>
            <p:nvPr/>
          </p:nvSpPr>
          <p:spPr>
            <a:xfrm>
              <a:off x="11953873" y="4762499"/>
              <a:ext cx="238125" cy="952500"/>
            </a:xfrm>
            <a:custGeom>
              <a:avLst/>
              <a:gdLst/>
              <a:ahLst/>
              <a:cxnLst/>
              <a:rect l="l" t="t" r="r" b="b"/>
              <a:pathLst>
                <a:path w="238125" h="952500">
                  <a:moveTo>
                    <a:pt x="238125" y="0"/>
                  </a:moveTo>
                  <a:lnTo>
                    <a:pt x="200091" y="39687"/>
                  </a:lnTo>
                  <a:lnTo>
                    <a:pt x="165364" y="79374"/>
                  </a:lnTo>
                  <a:lnTo>
                    <a:pt x="133945" y="119062"/>
                  </a:lnTo>
                  <a:lnTo>
                    <a:pt x="105833" y="158749"/>
                  </a:lnTo>
                  <a:lnTo>
                    <a:pt x="81028" y="198437"/>
                  </a:lnTo>
                  <a:lnTo>
                    <a:pt x="59531" y="238124"/>
                  </a:lnTo>
                  <a:lnTo>
                    <a:pt x="41341" y="277812"/>
                  </a:lnTo>
                  <a:lnTo>
                    <a:pt x="26458" y="317499"/>
                  </a:lnTo>
                  <a:lnTo>
                    <a:pt x="14882" y="357187"/>
                  </a:lnTo>
                  <a:lnTo>
                    <a:pt x="6614" y="396874"/>
                  </a:lnTo>
                  <a:lnTo>
                    <a:pt x="1653" y="436562"/>
                  </a:lnTo>
                  <a:lnTo>
                    <a:pt x="0" y="476249"/>
                  </a:lnTo>
                  <a:lnTo>
                    <a:pt x="1653" y="515937"/>
                  </a:lnTo>
                  <a:lnTo>
                    <a:pt x="6614" y="555624"/>
                  </a:lnTo>
                  <a:lnTo>
                    <a:pt x="14882" y="595312"/>
                  </a:lnTo>
                  <a:lnTo>
                    <a:pt x="26458" y="634999"/>
                  </a:lnTo>
                  <a:lnTo>
                    <a:pt x="41341" y="674687"/>
                  </a:lnTo>
                  <a:lnTo>
                    <a:pt x="59531" y="714374"/>
                  </a:lnTo>
                  <a:lnTo>
                    <a:pt x="81028" y="754062"/>
                  </a:lnTo>
                  <a:lnTo>
                    <a:pt x="105833" y="793749"/>
                  </a:lnTo>
                  <a:lnTo>
                    <a:pt x="133945" y="833437"/>
                  </a:lnTo>
                  <a:lnTo>
                    <a:pt x="165364" y="873124"/>
                  </a:lnTo>
                  <a:lnTo>
                    <a:pt x="200091" y="912812"/>
                  </a:lnTo>
                  <a:lnTo>
                    <a:pt x="238125" y="952499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144373" y="5217100"/>
              <a:ext cx="47625" cy="424815"/>
            </a:xfrm>
            <a:custGeom>
              <a:avLst/>
              <a:gdLst/>
              <a:ahLst/>
              <a:cxnLst/>
              <a:rect l="l" t="t" r="r" b="b"/>
              <a:pathLst>
                <a:path w="47625" h="424814">
                  <a:moveTo>
                    <a:pt x="47625" y="0"/>
                  </a:moveTo>
                  <a:lnTo>
                    <a:pt x="26458" y="53398"/>
                  </a:lnTo>
                  <a:lnTo>
                    <a:pt x="14882" y="93085"/>
                  </a:lnTo>
                  <a:lnTo>
                    <a:pt x="6614" y="132773"/>
                  </a:lnTo>
                  <a:lnTo>
                    <a:pt x="1653" y="172460"/>
                  </a:lnTo>
                  <a:lnTo>
                    <a:pt x="0" y="212148"/>
                  </a:lnTo>
                  <a:lnTo>
                    <a:pt x="1653" y="251835"/>
                  </a:lnTo>
                  <a:lnTo>
                    <a:pt x="6614" y="291523"/>
                  </a:lnTo>
                  <a:lnTo>
                    <a:pt x="14882" y="331210"/>
                  </a:lnTo>
                  <a:lnTo>
                    <a:pt x="26458" y="370898"/>
                  </a:lnTo>
                  <a:lnTo>
                    <a:pt x="41341" y="410585"/>
                  </a:lnTo>
                  <a:lnTo>
                    <a:pt x="47625" y="424296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12700" marR="5080">
              <a:lnSpc>
                <a:spcPct val="75300"/>
              </a:lnSpc>
              <a:spcBef>
                <a:spcPts val="1505"/>
              </a:spcBef>
            </a:pPr>
            <a:r>
              <a:rPr spc="-335" dirty="0"/>
              <a:t>PROBLEM </a:t>
            </a:r>
            <a:r>
              <a:rPr spc="-610" dirty="0">
                <a:solidFill>
                  <a:srgbClr val="B065FA"/>
                </a:solidFill>
                <a:latin typeface="Verdana"/>
                <a:cs typeface="Verdana"/>
              </a:rPr>
              <a:t>STATEMENT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410" y="2544123"/>
            <a:ext cx="168758" cy="14663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1999" y="4076729"/>
            <a:ext cx="209401" cy="1675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49299" y="2360056"/>
            <a:ext cx="4594860" cy="271716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274955">
              <a:lnSpc>
                <a:spcPct val="100000"/>
              </a:lnSpc>
              <a:spcBef>
                <a:spcPts val="990"/>
              </a:spcBef>
            </a:pPr>
            <a:r>
              <a:rPr sz="1500" b="1" spc="-145" dirty="0">
                <a:solidFill>
                  <a:srgbClr val="B065FA"/>
                </a:solidFill>
                <a:latin typeface="Arial"/>
                <a:cs typeface="Arial"/>
              </a:rPr>
              <a:t>The</a:t>
            </a:r>
            <a:r>
              <a:rPr sz="1500" b="1" spc="-40" dirty="0">
                <a:solidFill>
                  <a:srgbClr val="B065FA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B065FA"/>
                </a:solidFill>
                <a:latin typeface="Arial"/>
                <a:cs typeface="Arial"/>
              </a:rPr>
              <a:t>Challenge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18800"/>
              </a:lnSpc>
              <a:spcBef>
                <a:spcPts val="520"/>
              </a:spcBef>
            </a:pPr>
            <a:r>
              <a:rPr sz="1350" spc="-70" dirty="0">
                <a:solidFill>
                  <a:srgbClr val="A0AEBF"/>
                </a:solidFill>
                <a:latin typeface="Arial"/>
                <a:cs typeface="Arial"/>
              </a:rPr>
              <a:t>Manual</a:t>
            </a:r>
            <a:r>
              <a:rPr sz="1350" spc="-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certificate</a:t>
            </a:r>
            <a:r>
              <a:rPr sz="1350" spc="-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creation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is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time-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consuming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and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error-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prone.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Organizations</a:t>
            </a:r>
            <a:r>
              <a:rPr sz="135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often</a:t>
            </a:r>
            <a:r>
              <a:rPr sz="135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struggle</a:t>
            </a:r>
            <a:r>
              <a:rPr sz="1350" spc="-6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with</a:t>
            </a:r>
            <a:r>
              <a:rPr sz="135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designing,</a:t>
            </a:r>
            <a:r>
              <a:rPr sz="1350" spc="6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A0AEBF"/>
                </a:solidFill>
                <a:latin typeface="Arial"/>
                <a:cs typeface="Arial"/>
              </a:rPr>
              <a:t>editing,</a:t>
            </a:r>
            <a:r>
              <a:rPr sz="1350" spc="6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and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distributing</a:t>
            </a:r>
            <a:r>
              <a:rPr sz="1350" spc="-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certificates</a:t>
            </a:r>
            <a:r>
              <a:rPr sz="1350" spc="-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efficiently,</a:t>
            </a:r>
            <a:r>
              <a:rPr sz="1350" spc="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leading</a:t>
            </a:r>
            <a:r>
              <a:rPr sz="1350" spc="-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A0AEBF"/>
                </a:solidFill>
                <a:latin typeface="Arial"/>
                <a:cs typeface="Arial"/>
              </a:rPr>
              <a:t>to</a:t>
            </a:r>
            <a:r>
              <a:rPr sz="1350" spc="-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inconsistent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results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and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wasted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resources.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200">
              <a:latin typeface="Arial"/>
              <a:cs typeface="Arial"/>
            </a:endParaRPr>
          </a:p>
          <a:p>
            <a:pPr marL="316865">
              <a:lnSpc>
                <a:spcPct val="100000"/>
              </a:lnSpc>
            </a:pPr>
            <a:r>
              <a:rPr sz="1500" b="1" spc="-100" dirty="0">
                <a:solidFill>
                  <a:srgbClr val="B065FA"/>
                </a:solidFill>
                <a:latin typeface="Arial"/>
                <a:cs typeface="Arial"/>
              </a:rPr>
              <a:t>Target</a:t>
            </a:r>
            <a:r>
              <a:rPr sz="1500" b="1" spc="-120" dirty="0">
                <a:solidFill>
                  <a:srgbClr val="B065FA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B065FA"/>
                </a:solidFill>
                <a:latin typeface="Arial"/>
                <a:cs typeface="Arial"/>
              </a:rPr>
              <a:t>Audience</a:t>
            </a:r>
            <a:endParaRPr sz="1500">
              <a:latin typeface="Arial"/>
              <a:cs typeface="Arial"/>
            </a:endParaRPr>
          </a:p>
          <a:p>
            <a:pPr marL="12700" marR="144780">
              <a:lnSpc>
                <a:spcPct val="118100"/>
              </a:lnSpc>
              <a:spcBef>
                <a:spcPts val="535"/>
              </a:spcBef>
            </a:pPr>
            <a:r>
              <a:rPr sz="1350" spc="-90" dirty="0">
                <a:solidFill>
                  <a:srgbClr val="A0AEBF"/>
                </a:solidFill>
                <a:latin typeface="Arial"/>
                <a:cs typeface="Arial"/>
              </a:rPr>
              <a:t>Our</a:t>
            </a:r>
            <a:r>
              <a:rPr sz="1350" spc="-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solution</a:t>
            </a:r>
            <a:r>
              <a:rPr sz="1350" spc="-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addresses</a:t>
            </a:r>
            <a:r>
              <a:rPr sz="1350" spc="-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Arial"/>
                <a:cs typeface="Arial"/>
              </a:rPr>
              <a:t>the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needs</a:t>
            </a:r>
            <a:r>
              <a:rPr sz="1350" spc="-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A0AEBF"/>
                </a:solidFill>
                <a:latin typeface="Arial"/>
                <a:cs typeface="Arial"/>
              </a:rPr>
              <a:t>of</a:t>
            </a:r>
            <a:r>
              <a:rPr sz="1350" spc="-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event</a:t>
            </a:r>
            <a:r>
              <a:rPr sz="1350" spc="-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5" dirty="0">
                <a:solidFill>
                  <a:srgbClr val="A0AEBF"/>
                </a:solidFill>
                <a:latin typeface="Arial"/>
                <a:cs typeface="Arial"/>
              </a:rPr>
              <a:t>organizers,</a:t>
            </a:r>
            <a:r>
              <a:rPr sz="1350" spc="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schools,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colleges,</a:t>
            </a:r>
            <a:r>
              <a:rPr sz="1350" spc="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and</a:t>
            </a:r>
            <a:r>
              <a:rPr sz="1350" spc="-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training</a:t>
            </a:r>
            <a:r>
              <a:rPr sz="1350" spc="-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A0AEBF"/>
                </a:solidFill>
                <a:latin typeface="Arial"/>
                <a:cs typeface="Arial"/>
              </a:rPr>
              <a:t>institutes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A0AEBF"/>
                </a:solidFill>
                <a:latin typeface="Arial"/>
                <a:cs typeface="Arial"/>
              </a:rPr>
              <a:t>that</a:t>
            </a:r>
            <a:r>
              <a:rPr sz="1350" spc="-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regularly</a:t>
            </a:r>
            <a:r>
              <a:rPr sz="1350" spc="-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5" dirty="0">
                <a:solidFill>
                  <a:srgbClr val="A0AEBF"/>
                </a:solidFill>
                <a:latin typeface="Arial"/>
                <a:cs typeface="Arial"/>
              </a:rPr>
              <a:t>issue</a:t>
            </a:r>
            <a:r>
              <a:rPr sz="1350" spc="-1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certificates </a:t>
            </a:r>
            <a:r>
              <a:rPr sz="1350" spc="-20" dirty="0">
                <a:solidFill>
                  <a:srgbClr val="A0AEBF"/>
                </a:solidFill>
                <a:latin typeface="Arial"/>
                <a:cs typeface="Arial"/>
              </a:rPr>
              <a:t>for</a:t>
            </a:r>
            <a:r>
              <a:rPr sz="135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various</a:t>
            </a:r>
            <a:r>
              <a:rPr sz="135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achievements,</a:t>
            </a:r>
            <a:r>
              <a:rPr sz="1350" spc="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70" dirty="0">
                <a:solidFill>
                  <a:srgbClr val="A0AEBF"/>
                </a:solidFill>
                <a:latin typeface="Arial"/>
                <a:cs typeface="Arial"/>
              </a:rPr>
              <a:t>programs,</a:t>
            </a:r>
            <a:r>
              <a:rPr sz="1350" spc="6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and</a:t>
            </a:r>
            <a:r>
              <a:rPr sz="135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participation.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53099" y="2533649"/>
            <a:ext cx="167580" cy="16758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004867" y="2472966"/>
            <a:ext cx="108077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45" dirty="0">
                <a:solidFill>
                  <a:srgbClr val="B065FA"/>
                </a:solidFill>
                <a:latin typeface="Arial"/>
                <a:cs typeface="Arial"/>
              </a:rPr>
              <a:t>Time</a:t>
            </a:r>
            <a:r>
              <a:rPr sz="1500" b="1" spc="-30" dirty="0">
                <a:solidFill>
                  <a:srgbClr val="B065FA"/>
                </a:solidFill>
                <a:latin typeface="Arial"/>
                <a:cs typeface="Arial"/>
              </a:rPr>
              <a:t> </a:t>
            </a:r>
            <a:r>
              <a:rPr sz="1500" b="1" spc="-105" dirty="0">
                <a:solidFill>
                  <a:srgbClr val="B065FA"/>
                </a:solidFill>
                <a:latin typeface="Arial"/>
                <a:cs typeface="Arial"/>
              </a:rPr>
              <a:t>Savings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42037" y="2765201"/>
            <a:ext cx="4527550" cy="7588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30"/>
              </a:spcBef>
            </a:pP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Automated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certificate</a:t>
            </a:r>
            <a:r>
              <a:rPr sz="1350" spc="-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generation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reduces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creation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time</a:t>
            </a:r>
            <a:r>
              <a:rPr sz="1350" spc="-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5" dirty="0">
                <a:solidFill>
                  <a:srgbClr val="A0AEBF"/>
                </a:solidFill>
                <a:latin typeface="Arial"/>
                <a:cs typeface="Arial"/>
              </a:rPr>
              <a:t>by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up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to </a:t>
            </a:r>
            <a:r>
              <a:rPr sz="1350" spc="-85" dirty="0">
                <a:solidFill>
                  <a:srgbClr val="A0AEBF"/>
                </a:solidFill>
                <a:latin typeface="Arial"/>
                <a:cs typeface="Arial"/>
              </a:rPr>
              <a:t>90%,</a:t>
            </a:r>
            <a:r>
              <a:rPr sz="1350" spc="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allowing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organizations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A0AEBF"/>
                </a:solidFill>
                <a:latin typeface="Arial"/>
                <a:cs typeface="Arial"/>
              </a:rPr>
              <a:t>to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focus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on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their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70" dirty="0">
                <a:solidFill>
                  <a:srgbClr val="A0AEBF"/>
                </a:solidFill>
                <a:latin typeface="Arial"/>
                <a:cs typeface="Arial"/>
              </a:rPr>
              <a:t>core</a:t>
            </a:r>
            <a:r>
              <a:rPr sz="1350" spc="-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activities 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rather</a:t>
            </a:r>
            <a:r>
              <a:rPr sz="1350" spc="-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5" dirty="0">
                <a:solidFill>
                  <a:srgbClr val="A0AEBF"/>
                </a:solidFill>
                <a:latin typeface="Arial"/>
                <a:cs typeface="Arial"/>
              </a:rPr>
              <a:t>than</a:t>
            </a:r>
            <a:r>
              <a:rPr sz="1350" spc="-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administrative</a:t>
            </a:r>
            <a:r>
              <a:rPr sz="1350" spc="-1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tasks.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52052" y="3848020"/>
            <a:ext cx="148657" cy="14868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983882" y="3777891"/>
            <a:ext cx="194818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30" dirty="0">
                <a:solidFill>
                  <a:srgbClr val="B065FA"/>
                </a:solidFill>
                <a:latin typeface="Arial"/>
                <a:cs typeface="Arial"/>
              </a:rPr>
              <a:t>Accuracy</a:t>
            </a:r>
            <a:r>
              <a:rPr sz="1500" b="1" spc="-125" dirty="0">
                <a:solidFill>
                  <a:srgbClr val="B065FA"/>
                </a:solidFill>
                <a:latin typeface="Arial"/>
                <a:cs typeface="Arial"/>
              </a:rPr>
              <a:t> </a:t>
            </a:r>
            <a:r>
              <a:rPr sz="1450" b="1" spc="-85" dirty="0">
                <a:solidFill>
                  <a:srgbClr val="B065FA"/>
                </a:solidFill>
                <a:latin typeface="Comic Sans MS"/>
                <a:cs typeface="Comic Sans MS"/>
              </a:rPr>
              <a:t>&amp;</a:t>
            </a:r>
            <a:r>
              <a:rPr sz="1450" b="1" spc="-340" dirty="0">
                <a:solidFill>
                  <a:srgbClr val="B065FA"/>
                </a:solidFill>
                <a:latin typeface="Comic Sans MS"/>
                <a:cs typeface="Comic Sans MS"/>
              </a:rPr>
              <a:t> </a:t>
            </a:r>
            <a:r>
              <a:rPr sz="1500" b="1" spc="-90" dirty="0">
                <a:solidFill>
                  <a:srgbClr val="B065FA"/>
                </a:solidFill>
                <a:latin typeface="Arial"/>
                <a:cs typeface="Arial"/>
              </a:rPr>
              <a:t>Consistency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42037" y="4070126"/>
            <a:ext cx="4580890" cy="7588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30"/>
              </a:spcBef>
            </a:pPr>
            <a:r>
              <a:rPr sz="1350" spc="-90" dirty="0">
                <a:solidFill>
                  <a:srgbClr val="A0AEBF"/>
                </a:solidFill>
                <a:latin typeface="Arial"/>
                <a:cs typeface="Arial"/>
              </a:rPr>
              <a:t>Our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system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ensures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error-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free</a:t>
            </a:r>
            <a:r>
              <a:rPr sz="1350" spc="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certificates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with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consistent </a:t>
            </a:r>
            <a:r>
              <a:rPr sz="1350" spc="-35" dirty="0">
                <a:solidFill>
                  <a:srgbClr val="A0AEBF"/>
                </a:solidFill>
                <a:latin typeface="Arial"/>
                <a:cs typeface="Arial"/>
              </a:rPr>
              <a:t>formatting,</a:t>
            </a:r>
            <a:r>
              <a:rPr sz="1350" spc="6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branding,</a:t>
            </a:r>
            <a:r>
              <a:rPr sz="1350" spc="7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and</a:t>
            </a:r>
            <a:r>
              <a:rPr sz="135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data,</a:t>
            </a:r>
            <a:r>
              <a:rPr sz="1350" spc="7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eliminating</a:t>
            </a:r>
            <a:r>
              <a:rPr sz="135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Arial"/>
                <a:cs typeface="Arial"/>
              </a:rPr>
              <a:t>the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embarrassment</a:t>
            </a:r>
            <a:r>
              <a:rPr sz="135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of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distributing</a:t>
            </a:r>
            <a:r>
              <a:rPr sz="1350" spc="-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certificates</a:t>
            </a:r>
            <a:r>
              <a:rPr sz="1350" spc="-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with</a:t>
            </a:r>
            <a:r>
              <a:rPr sz="1350" spc="-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mistakes.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53099" y="5144448"/>
            <a:ext cx="167580" cy="14663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004867" y="5082816"/>
            <a:ext cx="8070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95" dirty="0">
                <a:solidFill>
                  <a:srgbClr val="B065FA"/>
                </a:solidFill>
                <a:latin typeface="Arial"/>
                <a:cs typeface="Arial"/>
              </a:rPr>
              <a:t>Efficiency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29337" y="5375051"/>
            <a:ext cx="6323330" cy="131119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 marR="1919605">
              <a:lnSpc>
                <a:spcPct val="118100"/>
              </a:lnSpc>
              <a:spcBef>
                <a:spcPts val="130"/>
              </a:spcBef>
            </a:pP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Streamlined</a:t>
            </a:r>
            <a:r>
              <a:rPr sz="1350" spc="-7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workflow</a:t>
            </a:r>
            <a:r>
              <a:rPr sz="1350" spc="-65" dirty="0">
                <a:solidFill>
                  <a:srgbClr val="A0AEBF"/>
                </a:solidFill>
                <a:latin typeface="Arial"/>
                <a:cs typeface="Arial"/>
              </a:rPr>
              <a:t> improves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operational</a:t>
            </a:r>
            <a:r>
              <a:rPr sz="1350" spc="-7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A0AEBF"/>
                </a:solidFill>
                <a:latin typeface="Arial"/>
                <a:cs typeface="Arial"/>
              </a:rPr>
              <a:t>efficiency</a:t>
            </a:r>
            <a:r>
              <a:rPr sz="1350" spc="-6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and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resource</a:t>
            </a:r>
            <a:r>
              <a:rPr sz="1350" spc="-1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allocation,</a:t>
            </a:r>
            <a:r>
              <a:rPr sz="1350" spc="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particularly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beneficial</a:t>
            </a:r>
            <a:r>
              <a:rPr sz="1350" spc="-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Arial"/>
                <a:cs typeface="Arial"/>
              </a:rPr>
              <a:t>for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events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with</a:t>
            </a:r>
            <a:r>
              <a:rPr sz="1350" spc="-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large numbers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A0AEBF"/>
                </a:solidFill>
                <a:latin typeface="Arial"/>
                <a:cs typeface="Arial"/>
              </a:rPr>
              <a:t>of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 smtClean="0">
                <a:solidFill>
                  <a:srgbClr val="A0AEBF"/>
                </a:solidFill>
                <a:latin typeface="Arial"/>
                <a:cs typeface="Arial"/>
              </a:rPr>
              <a:t>participants.</a:t>
            </a: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1200" dirty="0">
              <a:latin typeface="Arial"/>
              <a:cs typeface="Arial"/>
            </a:endParaRPr>
          </a:p>
          <a:p>
            <a:pPr marL="4197985">
              <a:lnSpc>
                <a:spcPct val="100000"/>
              </a:lnSpc>
            </a:pPr>
            <a:endParaRPr sz="1150" dirty="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234735" y="-4762"/>
            <a:ext cx="962025" cy="962025"/>
            <a:chOff x="11234735" y="-4762"/>
            <a:chExt cx="962025" cy="962025"/>
          </a:xfrm>
        </p:grpSpPr>
        <p:sp>
          <p:nvSpPr>
            <p:cNvPr id="3" name="object 3"/>
            <p:cNvSpPr/>
            <p:nvPr/>
          </p:nvSpPr>
          <p:spPr>
            <a:xfrm>
              <a:off x="11239498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0"/>
                  </a:moveTo>
                  <a:lnTo>
                    <a:pt x="35277" y="35277"/>
                  </a:lnTo>
                  <a:lnTo>
                    <a:pt x="70555" y="70555"/>
                  </a:lnTo>
                  <a:lnTo>
                    <a:pt x="105833" y="105833"/>
                  </a:lnTo>
                  <a:lnTo>
                    <a:pt x="141111" y="141111"/>
                  </a:lnTo>
                  <a:lnTo>
                    <a:pt x="176388" y="176388"/>
                  </a:lnTo>
                  <a:lnTo>
                    <a:pt x="211666" y="211666"/>
                  </a:lnTo>
                  <a:lnTo>
                    <a:pt x="246944" y="246944"/>
                  </a:lnTo>
                  <a:lnTo>
                    <a:pt x="282222" y="282222"/>
                  </a:lnTo>
                  <a:lnTo>
                    <a:pt x="317499" y="317499"/>
                  </a:lnTo>
                  <a:lnTo>
                    <a:pt x="352777" y="352777"/>
                  </a:lnTo>
                  <a:lnTo>
                    <a:pt x="388055" y="388055"/>
                  </a:lnTo>
                  <a:lnTo>
                    <a:pt x="423333" y="423333"/>
                  </a:lnTo>
                  <a:lnTo>
                    <a:pt x="458611" y="458611"/>
                  </a:lnTo>
                  <a:lnTo>
                    <a:pt x="493888" y="493888"/>
                  </a:lnTo>
                  <a:lnTo>
                    <a:pt x="529166" y="529166"/>
                  </a:lnTo>
                  <a:lnTo>
                    <a:pt x="564444" y="564444"/>
                  </a:lnTo>
                  <a:lnTo>
                    <a:pt x="599722" y="599722"/>
                  </a:lnTo>
                  <a:lnTo>
                    <a:pt x="634999" y="634999"/>
                  </a:lnTo>
                  <a:lnTo>
                    <a:pt x="670277" y="670277"/>
                  </a:lnTo>
                  <a:lnTo>
                    <a:pt x="705555" y="705555"/>
                  </a:lnTo>
                  <a:lnTo>
                    <a:pt x="740833" y="740833"/>
                  </a:lnTo>
                  <a:lnTo>
                    <a:pt x="776110" y="776111"/>
                  </a:lnTo>
                  <a:lnTo>
                    <a:pt x="811388" y="811388"/>
                  </a:lnTo>
                  <a:lnTo>
                    <a:pt x="846666" y="846666"/>
                  </a:lnTo>
                  <a:lnTo>
                    <a:pt x="881944" y="881944"/>
                  </a:lnTo>
                  <a:lnTo>
                    <a:pt x="917222" y="917222"/>
                  </a:lnTo>
                  <a:lnTo>
                    <a:pt x="952500" y="952499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34748" y="0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0" y="0"/>
                  </a:moveTo>
                  <a:lnTo>
                    <a:pt x="35277" y="35277"/>
                  </a:lnTo>
                  <a:lnTo>
                    <a:pt x="70555" y="70555"/>
                  </a:lnTo>
                  <a:lnTo>
                    <a:pt x="105833" y="105833"/>
                  </a:lnTo>
                  <a:lnTo>
                    <a:pt x="141111" y="141111"/>
                  </a:lnTo>
                  <a:lnTo>
                    <a:pt x="176388" y="176388"/>
                  </a:lnTo>
                  <a:lnTo>
                    <a:pt x="211666" y="211666"/>
                  </a:lnTo>
                  <a:lnTo>
                    <a:pt x="246944" y="246944"/>
                  </a:lnTo>
                  <a:lnTo>
                    <a:pt x="282222" y="282222"/>
                  </a:lnTo>
                  <a:lnTo>
                    <a:pt x="317499" y="317499"/>
                  </a:lnTo>
                  <a:lnTo>
                    <a:pt x="352777" y="352777"/>
                  </a:lnTo>
                  <a:lnTo>
                    <a:pt x="388055" y="388055"/>
                  </a:lnTo>
                  <a:lnTo>
                    <a:pt x="423333" y="423333"/>
                  </a:lnTo>
                  <a:lnTo>
                    <a:pt x="458611" y="458611"/>
                  </a:lnTo>
                  <a:lnTo>
                    <a:pt x="493888" y="493888"/>
                  </a:lnTo>
                  <a:lnTo>
                    <a:pt x="529166" y="529166"/>
                  </a:lnTo>
                  <a:lnTo>
                    <a:pt x="564444" y="564444"/>
                  </a:lnTo>
                  <a:lnTo>
                    <a:pt x="599722" y="599722"/>
                  </a:lnTo>
                  <a:lnTo>
                    <a:pt x="634999" y="634999"/>
                  </a:lnTo>
                  <a:lnTo>
                    <a:pt x="670277" y="670277"/>
                  </a:lnTo>
                  <a:lnTo>
                    <a:pt x="705555" y="705555"/>
                  </a:lnTo>
                  <a:lnTo>
                    <a:pt x="740833" y="740833"/>
                  </a:lnTo>
                  <a:lnTo>
                    <a:pt x="776110" y="776111"/>
                  </a:lnTo>
                  <a:lnTo>
                    <a:pt x="811388" y="811388"/>
                  </a:lnTo>
                  <a:lnTo>
                    <a:pt x="846666" y="846666"/>
                  </a:lnTo>
                  <a:lnTo>
                    <a:pt x="857250" y="85725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429998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35277" y="35277"/>
                  </a:lnTo>
                  <a:lnTo>
                    <a:pt x="70555" y="70555"/>
                  </a:lnTo>
                  <a:lnTo>
                    <a:pt x="105833" y="105833"/>
                  </a:lnTo>
                  <a:lnTo>
                    <a:pt x="141111" y="141111"/>
                  </a:lnTo>
                  <a:lnTo>
                    <a:pt x="176388" y="176388"/>
                  </a:lnTo>
                  <a:lnTo>
                    <a:pt x="211666" y="211666"/>
                  </a:lnTo>
                  <a:lnTo>
                    <a:pt x="246944" y="246944"/>
                  </a:lnTo>
                  <a:lnTo>
                    <a:pt x="282222" y="282222"/>
                  </a:lnTo>
                  <a:lnTo>
                    <a:pt x="317499" y="317499"/>
                  </a:lnTo>
                  <a:lnTo>
                    <a:pt x="352777" y="352777"/>
                  </a:lnTo>
                  <a:lnTo>
                    <a:pt x="388055" y="388055"/>
                  </a:lnTo>
                  <a:lnTo>
                    <a:pt x="423333" y="423333"/>
                  </a:lnTo>
                  <a:lnTo>
                    <a:pt x="458611" y="458611"/>
                  </a:lnTo>
                  <a:lnTo>
                    <a:pt x="493888" y="493888"/>
                  </a:lnTo>
                  <a:lnTo>
                    <a:pt x="529166" y="529166"/>
                  </a:lnTo>
                  <a:lnTo>
                    <a:pt x="564444" y="564444"/>
                  </a:lnTo>
                  <a:lnTo>
                    <a:pt x="599722" y="599722"/>
                  </a:lnTo>
                  <a:lnTo>
                    <a:pt x="634999" y="634999"/>
                  </a:lnTo>
                  <a:lnTo>
                    <a:pt x="670277" y="670277"/>
                  </a:lnTo>
                  <a:lnTo>
                    <a:pt x="705555" y="705555"/>
                  </a:lnTo>
                  <a:lnTo>
                    <a:pt x="740833" y="740833"/>
                  </a:lnTo>
                  <a:lnTo>
                    <a:pt x="762000" y="76200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525248" y="0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0" y="0"/>
                  </a:moveTo>
                  <a:lnTo>
                    <a:pt x="35277" y="35277"/>
                  </a:lnTo>
                  <a:lnTo>
                    <a:pt x="70555" y="70555"/>
                  </a:lnTo>
                  <a:lnTo>
                    <a:pt x="105833" y="105833"/>
                  </a:lnTo>
                  <a:lnTo>
                    <a:pt x="141111" y="141111"/>
                  </a:lnTo>
                  <a:lnTo>
                    <a:pt x="176388" y="176388"/>
                  </a:lnTo>
                  <a:lnTo>
                    <a:pt x="211666" y="211666"/>
                  </a:lnTo>
                  <a:lnTo>
                    <a:pt x="246944" y="246944"/>
                  </a:lnTo>
                  <a:lnTo>
                    <a:pt x="282222" y="282222"/>
                  </a:lnTo>
                  <a:lnTo>
                    <a:pt x="317499" y="317499"/>
                  </a:lnTo>
                  <a:lnTo>
                    <a:pt x="352777" y="352777"/>
                  </a:lnTo>
                  <a:lnTo>
                    <a:pt x="388055" y="388055"/>
                  </a:lnTo>
                  <a:lnTo>
                    <a:pt x="423333" y="423333"/>
                  </a:lnTo>
                  <a:lnTo>
                    <a:pt x="458611" y="458611"/>
                  </a:lnTo>
                  <a:lnTo>
                    <a:pt x="493888" y="493888"/>
                  </a:lnTo>
                  <a:lnTo>
                    <a:pt x="529166" y="529166"/>
                  </a:lnTo>
                  <a:lnTo>
                    <a:pt x="564444" y="564444"/>
                  </a:lnTo>
                  <a:lnTo>
                    <a:pt x="599722" y="599722"/>
                  </a:lnTo>
                  <a:lnTo>
                    <a:pt x="634999" y="634999"/>
                  </a:lnTo>
                  <a:lnTo>
                    <a:pt x="666750" y="66675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620498" y="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0"/>
                  </a:moveTo>
                  <a:lnTo>
                    <a:pt x="35277" y="35277"/>
                  </a:lnTo>
                  <a:lnTo>
                    <a:pt x="70555" y="70555"/>
                  </a:lnTo>
                  <a:lnTo>
                    <a:pt x="105833" y="105833"/>
                  </a:lnTo>
                  <a:lnTo>
                    <a:pt x="141111" y="141111"/>
                  </a:lnTo>
                  <a:lnTo>
                    <a:pt x="176388" y="176388"/>
                  </a:lnTo>
                  <a:lnTo>
                    <a:pt x="211666" y="211666"/>
                  </a:lnTo>
                  <a:lnTo>
                    <a:pt x="246944" y="246944"/>
                  </a:lnTo>
                  <a:lnTo>
                    <a:pt x="282222" y="282222"/>
                  </a:lnTo>
                  <a:lnTo>
                    <a:pt x="317499" y="317499"/>
                  </a:lnTo>
                  <a:lnTo>
                    <a:pt x="352777" y="352777"/>
                  </a:lnTo>
                  <a:lnTo>
                    <a:pt x="388055" y="388055"/>
                  </a:lnTo>
                  <a:lnTo>
                    <a:pt x="423333" y="423333"/>
                  </a:lnTo>
                  <a:lnTo>
                    <a:pt x="458611" y="458611"/>
                  </a:lnTo>
                  <a:lnTo>
                    <a:pt x="493888" y="493888"/>
                  </a:lnTo>
                  <a:lnTo>
                    <a:pt x="529166" y="529166"/>
                  </a:lnTo>
                  <a:lnTo>
                    <a:pt x="564444" y="564444"/>
                  </a:lnTo>
                  <a:lnTo>
                    <a:pt x="571500" y="57150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715748" y="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0" y="0"/>
                  </a:moveTo>
                  <a:lnTo>
                    <a:pt x="35277" y="35277"/>
                  </a:lnTo>
                  <a:lnTo>
                    <a:pt x="70555" y="70555"/>
                  </a:lnTo>
                  <a:lnTo>
                    <a:pt x="105833" y="105833"/>
                  </a:lnTo>
                  <a:lnTo>
                    <a:pt x="141111" y="141111"/>
                  </a:lnTo>
                  <a:lnTo>
                    <a:pt x="176388" y="176388"/>
                  </a:lnTo>
                  <a:lnTo>
                    <a:pt x="211666" y="211666"/>
                  </a:lnTo>
                  <a:lnTo>
                    <a:pt x="246944" y="246944"/>
                  </a:lnTo>
                  <a:lnTo>
                    <a:pt x="282222" y="282222"/>
                  </a:lnTo>
                  <a:lnTo>
                    <a:pt x="317499" y="317499"/>
                  </a:lnTo>
                  <a:lnTo>
                    <a:pt x="352777" y="352777"/>
                  </a:lnTo>
                  <a:lnTo>
                    <a:pt x="388055" y="388055"/>
                  </a:lnTo>
                  <a:lnTo>
                    <a:pt x="423333" y="423333"/>
                  </a:lnTo>
                  <a:lnTo>
                    <a:pt x="458611" y="458611"/>
                  </a:lnTo>
                  <a:lnTo>
                    <a:pt x="476250" y="47625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810998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5277" y="35277"/>
                  </a:lnTo>
                  <a:lnTo>
                    <a:pt x="70555" y="70555"/>
                  </a:lnTo>
                  <a:lnTo>
                    <a:pt x="105833" y="105833"/>
                  </a:lnTo>
                  <a:lnTo>
                    <a:pt x="141111" y="141111"/>
                  </a:lnTo>
                  <a:lnTo>
                    <a:pt x="176388" y="176388"/>
                  </a:lnTo>
                  <a:lnTo>
                    <a:pt x="211666" y="211666"/>
                  </a:lnTo>
                  <a:lnTo>
                    <a:pt x="246944" y="246944"/>
                  </a:lnTo>
                  <a:lnTo>
                    <a:pt x="282222" y="282222"/>
                  </a:lnTo>
                  <a:lnTo>
                    <a:pt x="317499" y="317499"/>
                  </a:lnTo>
                  <a:lnTo>
                    <a:pt x="352777" y="352777"/>
                  </a:lnTo>
                  <a:lnTo>
                    <a:pt x="381000" y="38100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906248" y="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0"/>
                  </a:moveTo>
                  <a:lnTo>
                    <a:pt x="35277" y="35277"/>
                  </a:lnTo>
                  <a:lnTo>
                    <a:pt x="70555" y="70555"/>
                  </a:lnTo>
                  <a:lnTo>
                    <a:pt x="105833" y="105833"/>
                  </a:lnTo>
                  <a:lnTo>
                    <a:pt x="141111" y="141111"/>
                  </a:lnTo>
                  <a:lnTo>
                    <a:pt x="176388" y="176388"/>
                  </a:lnTo>
                  <a:lnTo>
                    <a:pt x="211666" y="211666"/>
                  </a:lnTo>
                  <a:lnTo>
                    <a:pt x="246944" y="246944"/>
                  </a:lnTo>
                  <a:lnTo>
                    <a:pt x="282222" y="282222"/>
                  </a:lnTo>
                  <a:lnTo>
                    <a:pt x="285750" y="28575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96735" y="-4762"/>
              <a:ext cx="200025" cy="200025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761999" y="761999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76199" y="1142999"/>
                </a:moveTo>
                <a:lnTo>
                  <a:pt x="0" y="1142999"/>
                </a:lnTo>
                <a:lnTo>
                  <a:pt x="0" y="0"/>
                </a:lnTo>
                <a:lnTo>
                  <a:pt x="76199" y="0"/>
                </a:lnTo>
                <a:lnTo>
                  <a:pt x="76199" y="1142999"/>
                </a:lnTo>
                <a:close/>
              </a:path>
            </a:pathLst>
          </a:custGeom>
          <a:solidFill>
            <a:srgbClr val="B065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12700" marR="5080">
              <a:lnSpc>
                <a:spcPct val="75300"/>
              </a:lnSpc>
              <a:spcBef>
                <a:spcPts val="1505"/>
              </a:spcBef>
            </a:pPr>
            <a:r>
              <a:rPr spc="-75" dirty="0">
                <a:latin typeface="Arial"/>
                <a:cs typeface="Arial"/>
              </a:rPr>
              <a:t>PROJECT </a:t>
            </a:r>
            <a:r>
              <a:rPr spc="-425" dirty="0">
                <a:solidFill>
                  <a:srgbClr val="B065FA"/>
                </a:solidFill>
              </a:rPr>
              <a:t>OVERVIEW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49299" y="2435296"/>
            <a:ext cx="447421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sz="1500" spc="-160" dirty="0">
                <a:solidFill>
                  <a:srgbClr val="A0AEBF"/>
                </a:solidFill>
                <a:latin typeface="Arial"/>
                <a:cs typeface="Arial"/>
              </a:rPr>
              <a:t>A</a:t>
            </a:r>
            <a:r>
              <a:rPr sz="150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500" spc="-90" dirty="0">
                <a:solidFill>
                  <a:srgbClr val="A0AEBF"/>
                </a:solidFill>
                <a:latin typeface="Arial"/>
                <a:cs typeface="Arial"/>
              </a:rPr>
              <a:t>web</a:t>
            </a:r>
            <a:r>
              <a:rPr sz="150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500" spc="-50" dirty="0">
                <a:solidFill>
                  <a:srgbClr val="A0AEBF"/>
                </a:solidFill>
                <a:latin typeface="Arial"/>
                <a:cs typeface="Arial"/>
              </a:rPr>
              <a:t>platform</a:t>
            </a:r>
            <a:r>
              <a:rPr sz="150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A0AEBF"/>
                </a:solidFill>
                <a:latin typeface="Arial"/>
                <a:cs typeface="Arial"/>
              </a:rPr>
              <a:t>to</a:t>
            </a:r>
            <a:r>
              <a:rPr sz="150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500" spc="-80" dirty="0">
                <a:solidFill>
                  <a:srgbClr val="A0AEBF"/>
                </a:solidFill>
                <a:latin typeface="Arial"/>
                <a:cs typeface="Arial"/>
              </a:rPr>
              <a:t>generate</a:t>
            </a:r>
            <a:r>
              <a:rPr sz="1500" spc="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500" spc="-70" dirty="0">
                <a:solidFill>
                  <a:srgbClr val="A0AEBF"/>
                </a:solidFill>
                <a:latin typeface="Arial"/>
                <a:cs typeface="Arial"/>
              </a:rPr>
              <a:t>customizable</a:t>
            </a:r>
            <a:r>
              <a:rPr sz="1500" spc="1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500" spc="-30" dirty="0">
                <a:solidFill>
                  <a:srgbClr val="A0AEBF"/>
                </a:solidFill>
                <a:latin typeface="Arial"/>
                <a:cs typeface="Arial"/>
              </a:rPr>
              <a:t>certificates</a:t>
            </a:r>
            <a:r>
              <a:rPr sz="150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500" spc="-20" dirty="0">
                <a:solidFill>
                  <a:srgbClr val="A0AEBF"/>
                </a:solidFill>
                <a:latin typeface="Arial"/>
                <a:cs typeface="Arial"/>
              </a:rPr>
              <a:t>with </a:t>
            </a:r>
            <a:r>
              <a:rPr sz="1500" spc="-65" dirty="0">
                <a:solidFill>
                  <a:srgbClr val="A0AEBF"/>
                </a:solidFill>
                <a:latin typeface="Arial"/>
                <a:cs typeface="Arial"/>
              </a:rPr>
              <a:t>professional</a:t>
            </a:r>
            <a:r>
              <a:rPr sz="1500" spc="-9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500" spc="-55" dirty="0">
                <a:solidFill>
                  <a:srgbClr val="A0AEBF"/>
                </a:solidFill>
                <a:latin typeface="Arial"/>
                <a:cs typeface="Arial"/>
              </a:rPr>
              <a:t>templates</a:t>
            </a:r>
            <a:r>
              <a:rPr sz="1500" spc="-9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500" spc="-85" dirty="0">
                <a:solidFill>
                  <a:srgbClr val="A0AEBF"/>
                </a:solidFill>
                <a:latin typeface="Arial"/>
                <a:cs typeface="Arial"/>
              </a:rPr>
              <a:t>and</a:t>
            </a:r>
            <a:r>
              <a:rPr sz="1500" spc="-9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500" spc="-60" dirty="0">
                <a:solidFill>
                  <a:srgbClr val="A0AEBF"/>
                </a:solidFill>
                <a:latin typeface="Arial"/>
                <a:cs typeface="Arial"/>
              </a:rPr>
              <a:t>flexible</a:t>
            </a:r>
            <a:r>
              <a:rPr sz="1500" spc="3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A0AEBF"/>
                </a:solidFill>
                <a:latin typeface="Arial"/>
                <a:cs typeface="Arial"/>
              </a:rPr>
              <a:t>options.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196" y="3257599"/>
            <a:ext cx="174154" cy="16813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1999" y="3542377"/>
            <a:ext cx="152399" cy="153322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01700" y="3083956"/>
            <a:ext cx="3748404" cy="67881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990"/>
              </a:spcBef>
            </a:pPr>
            <a:r>
              <a:rPr sz="1500" b="1" spc="-175" dirty="0">
                <a:solidFill>
                  <a:srgbClr val="B065FA"/>
                </a:solidFill>
                <a:latin typeface="Arial"/>
                <a:cs typeface="Arial"/>
              </a:rPr>
              <a:t>Key</a:t>
            </a:r>
            <a:r>
              <a:rPr sz="1500" b="1" spc="-140" dirty="0">
                <a:solidFill>
                  <a:srgbClr val="B065FA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B065FA"/>
                </a:solidFill>
                <a:latin typeface="Arial"/>
                <a:cs typeface="Arial"/>
              </a:rPr>
              <a:t>Features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350" spc="-65" dirty="0">
                <a:solidFill>
                  <a:srgbClr val="A0AEBF"/>
                </a:solidFill>
                <a:latin typeface="Arial"/>
                <a:cs typeface="Arial"/>
              </a:rPr>
              <a:t>Upload</a:t>
            </a:r>
            <a:r>
              <a:rPr sz="1350" spc="-8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A0AEBF"/>
                </a:solidFill>
                <a:latin typeface="Arial"/>
                <a:cs typeface="Arial"/>
              </a:rPr>
              <a:t>logos/signatures</a:t>
            </a:r>
            <a:r>
              <a:rPr sz="1350" spc="-6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Arial"/>
                <a:cs typeface="Arial"/>
              </a:rPr>
              <a:t>for</a:t>
            </a:r>
            <a:r>
              <a:rPr sz="1350" spc="-7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personalized</a:t>
            </a:r>
            <a:r>
              <a:rPr sz="1350" spc="-6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certificates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1999" y="3905250"/>
            <a:ext cx="152399" cy="15234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901700" y="3890492"/>
            <a:ext cx="3018155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Select</a:t>
            </a:r>
            <a:r>
              <a:rPr sz="1350" spc="-9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from</a:t>
            </a:r>
            <a:r>
              <a:rPr sz="1350" spc="-9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various</a:t>
            </a:r>
            <a:r>
              <a:rPr sz="1350" spc="-8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professional</a:t>
            </a:r>
            <a:r>
              <a:rPr sz="1350" spc="-9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Arial"/>
                <a:cs typeface="Arial"/>
              </a:rPr>
              <a:t>templates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1761" y="4276725"/>
            <a:ext cx="171955" cy="13334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920750" y="4252442"/>
            <a:ext cx="2707640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80" dirty="0">
                <a:solidFill>
                  <a:srgbClr val="A0AEBF"/>
                </a:solidFill>
                <a:latin typeface="Arial"/>
                <a:cs typeface="Arial"/>
              </a:rPr>
              <a:t>Preview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certificates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before</a:t>
            </a:r>
            <a:r>
              <a:rPr sz="135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generation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1999" y="4619625"/>
            <a:ext cx="152399" cy="152399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901700" y="4604867"/>
            <a:ext cx="2900045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70" dirty="0">
                <a:solidFill>
                  <a:srgbClr val="A0AEBF"/>
                </a:solidFill>
                <a:latin typeface="Arial"/>
                <a:cs typeface="Arial"/>
              </a:rPr>
              <a:t>Download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high-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quality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certificate</a:t>
            </a:r>
            <a:r>
              <a:rPr sz="1350" spc="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images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52085" y="2532468"/>
            <a:ext cx="211429" cy="169942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53099" y="2819399"/>
            <a:ext cx="171449" cy="152399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5913486" y="2360056"/>
            <a:ext cx="4345940" cy="92646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990"/>
              </a:spcBef>
            </a:pPr>
            <a:r>
              <a:rPr sz="1500" b="1" spc="-130" dirty="0">
                <a:solidFill>
                  <a:srgbClr val="B065FA"/>
                </a:solidFill>
                <a:latin typeface="Arial"/>
                <a:cs typeface="Arial"/>
              </a:rPr>
              <a:t>Technology</a:t>
            </a:r>
            <a:r>
              <a:rPr sz="1500" b="1" spc="-75" dirty="0">
                <a:solidFill>
                  <a:srgbClr val="B065FA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B065FA"/>
                </a:solidFill>
                <a:latin typeface="Arial"/>
                <a:cs typeface="Arial"/>
              </a:rPr>
              <a:t>Stack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20400"/>
              </a:lnSpc>
              <a:spcBef>
                <a:spcPts val="495"/>
              </a:spcBef>
            </a:pP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Frontend:</a:t>
            </a:r>
            <a:r>
              <a:rPr sz="1350" spc="-13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70" dirty="0">
                <a:solidFill>
                  <a:srgbClr val="A0AEBF"/>
                </a:solidFill>
                <a:latin typeface="Arial"/>
                <a:cs typeface="Arial"/>
              </a:rPr>
              <a:t>Modern,</a:t>
            </a:r>
            <a:r>
              <a:rPr sz="1350" spc="9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responsive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A0AEBF"/>
                </a:solidFill>
                <a:latin typeface="Arial"/>
                <a:cs typeface="Arial"/>
              </a:rPr>
              <a:t>interface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using</a:t>
            </a:r>
            <a:r>
              <a:rPr sz="1350" spc="-13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60" dirty="0">
                <a:solidFill>
                  <a:srgbClr val="A0AEBF"/>
                </a:solidFill>
                <a:latin typeface="Arial"/>
                <a:cs typeface="Arial"/>
              </a:rPr>
              <a:t>HTML,</a:t>
            </a:r>
            <a:r>
              <a:rPr sz="1350" spc="9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80" dirty="0">
                <a:solidFill>
                  <a:srgbClr val="A0AEBF"/>
                </a:solidFill>
                <a:latin typeface="Arial"/>
                <a:cs typeface="Arial"/>
              </a:rPr>
              <a:t>CSS,</a:t>
            </a:r>
            <a:r>
              <a:rPr sz="1350" spc="9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A0AEBF"/>
                </a:solidFill>
                <a:latin typeface="Arial"/>
                <a:cs typeface="Arial"/>
              </a:rPr>
              <a:t>and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JavaScript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53099" y="3429000"/>
            <a:ext cx="152399" cy="133349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5894436" y="3404717"/>
            <a:ext cx="4387850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75" dirty="0">
                <a:solidFill>
                  <a:srgbClr val="A0AEBF"/>
                </a:solidFill>
                <a:latin typeface="Arial"/>
                <a:cs typeface="Arial"/>
              </a:rPr>
              <a:t>Backend:</a:t>
            </a:r>
            <a:r>
              <a:rPr sz="1350" spc="-9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Robust</a:t>
            </a:r>
            <a:r>
              <a:rPr sz="1350" spc="-9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business</a:t>
            </a:r>
            <a:r>
              <a:rPr sz="1350" spc="-9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logic</a:t>
            </a:r>
            <a:r>
              <a:rPr sz="1350" spc="-9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with</a:t>
            </a:r>
            <a:r>
              <a:rPr sz="1350" spc="-9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90" dirty="0">
                <a:solidFill>
                  <a:srgbClr val="A0AEBF"/>
                </a:solidFill>
                <a:latin typeface="Arial"/>
                <a:cs typeface="Arial"/>
              </a:rPr>
              <a:t>ASP.NET</a:t>
            </a:r>
            <a:r>
              <a:rPr sz="135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20" dirty="0">
                <a:solidFill>
                  <a:srgbClr val="A0AEBF"/>
                </a:solidFill>
                <a:latin typeface="Arial"/>
                <a:cs typeface="Arial"/>
              </a:rPr>
              <a:t>Web</a:t>
            </a:r>
            <a:r>
              <a:rPr sz="1350" spc="-9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Forms</a:t>
            </a:r>
            <a:r>
              <a:rPr sz="1350" spc="-9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55" dirty="0">
                <a:solidFill>
                  <a:srgbClr val="A0AEBF"/>
                </a:solidFill>
                <a:latin typeface="Arial"/>
                <a:cs typeface="Arial"/>
              </a:rPr>
              <a:t>(C#)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53099" y="3781425"/>
            <a:ext cx="133349" cy="152399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5875386" y="3766667"/>
            <a:ext cx="3196590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Database: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70" dirty="0">
                <a:solidFill>
                  <a:srgbClr val="A0AEBF"/>
                </a:solidFill>
                <a:latin typeface="Arial"/>
                <a:cs typeface="Arial"/>
              </a:rPr>
              <a:t>SQL</a:t>
            </a:r>
            <a:r>
              <a:rPr sz="1350" spc="-17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A0AEBF"/>
                </a:solidFill>
                <a:latin typeface="Arial"/>
                <a:cs typeface="Arial"/>
              </a:rPr>
              <a:t>Server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Arial"/>
                <a:cs typeface="Arial"/>
              </a:rPr>
              <a:t>for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secure</a:t>
            </a:r>
            <a:r>
              <a:rPr sz="135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A0AEBF"/>
                </a:solidFill>
                <a:latin typeface="Arial"/>
                <a:cs typeface="Arial"/>
              </a:rPr>
              <a:t>data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A0AEBF"/>
                </a:solidFill>
                <a:latin typeface="Arial"/>
                <a:cs typeface="Arial"/>
              </a:rPr>
              <a:t>storage</a:t>
            </a:r>
            <a:endParaRPr sz="135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753098" y="4219574"/>
            <a:ext cx="590550" cy="333375"/>
          </a:xfrm>
          <a:custGeom>
            <a:avLst/>
            <a:gdLst/>
            <a:ahLst/>
            <a:cxnLst/>
            <a:rect l="l" t="t" r="r" b="b"/>
            <a:pathLst>
              <a:path w="590550" h="333375">
                <a:moveTo>
                  <a:pt x="557501" y="333374"/>
                </a:moveTo>
                <a:lnTo>
                  <a:pt x="33047" y="333374"/>
                </a:lnTo>
                <a:lnTo>
                  <a:pt x="28187" y="332407"/>
                </a:lnTo>
                <a:lnTo>
                  <a:pt x="966" y="305186"/>
                </a:lnTo>
                <a:lnTo>
                  <a:pt x="0" y="300327"/>
                </a:lnTo>
                <a:lnTo>
                  <a:pt x="0" y="29527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557501" y="0"/>
                </a:lnTo>
                <a:lnTo>
                  <a:pt x="589583" y="28186"/>
                </a:lnTo>
                <a:lnTo>
                  <a:pt x="590549" y="33047"/>
                </a:lnTo>
                <a:lnTo>
                  <a:pt x="590549" y="300327"/>
                </a:lnTo>
                <a:lnTo>
                  <a:pt x="562362" y="332407"/>
                </a:lnTo>
                <a:lnTo>
                  <a:pt x="557501" y="333374"/>
                </a:lnTo>
                <a:close/>
              </a:path>
            </a:pathLst>
          </a:custGeom>
          <a:solidFill>
            <a:srgbClr val="B065FA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856336" y="4272158"/>
            <a:ext cx="39052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90" dirty="0">
                <a:solidFill>
                  <a:srgbClr val="B065FA"/>
                </a:solidFill>
                <a:latin typeface="Arial"/>
                <a:cs typeface="Arial"/>
              </a:rPr>
              <a:t>HTML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419848" y="4219574"/>
            <a:ext cx="514350" cy="333375"/>
          </a:xfrm>
          <a:custGeom>
            <a:avLst/>
            <a:gdLst/>
            <a:ahLst/>
            <a:cxnLst/>
            <a:rect l="l" t="t" r="r" b="b"/>
            <a:pathLst>
              <a:path w="514350" h="333375">
                <a:moveTo>
                  <a:pt x="481301" y="333374"/>
                </a:moveTo>
                <a:lnTo>
                  <a:pt x="33047" y="333374"/>
                </a:lnTo>
                <a:lnTo>
                  <a:pt x="28187" y="332407"/>
                </a:lnTo>
                <a:lnTo>
                  <a:pt x="966" y="305186"/>
                </a:lnTo>
                <a:lnTo>
                  <a:pt x="0" y="300327"/>
                </a:lnTo>
                <a:lnTo>
                  <a:pt x="0" y="29527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481301" y="0"/>
                </a:lnTo>
                <a:lnTo>
                  <a:pt x="513383" y="28186"/>
                </a:lnTo>
                <a:lnTo>
                  <a:pt x="514349" y="33047"/>
                </a:lnTo>
                <a:lnTo>
                  <a:pt x="514349" y="300327"/>
                </a:lnTo>
                <a:lnTo>
                  <a:pt x="486162" y="332407"/>
                </a:lnTo>
                <a:lnTo>
                  <a:pt x="481301" y="333374"/>
                </a:lnTo>
                <a:close/>
              </a:path>
            </a:pathLst>
          </a:custGeom>
          <a:solidFill>
            <a:srgbClr val="B065FA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525914" y="4272158"/>
            <a:ext cx="30353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80" dirty="0">
                <a:solidFill>
                  <a:srgbClr val="B065FA"/>
                </a:solidFill>
                <a:latin typeface="Arial"/>
                <a:cs typeface="Arial"/>
              </a:rPr>
              <a:t>CSS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010399" y="4219574"/>
            <a:ext cx="895350" cy="333375"/>
          </a:xfrm>
          <a:custGeom>
            <a:avLst/>
            <a:gdLst/>
            <a:ahLst/>
            <a:cxnLst/>
            <a:rect l="l" t="t" r="r" b="b"/>
            <a:pathLst>
              <a:path w="895350" h="333375">
                <a:moveTo>
                  <a:pt x="862302" y="333374"/>
                </a:moveTo>
                <a:lnTo>
                  <a:pt x="33047" y="333374"/>
                </a:lnTo>
                <a:lnTo>
                  <a:pt x="28187" y="332407"/>
                </a:lnTo>
                <a:lnTo>
                  <a:pt x="966" y="305186"/>
                </a:lnTo>
                <a:lnTo>
                  <a:pt x="0" y="300327"/>
                </a:lnTo>
                <a:lnTo>
                  <a:pt x="0" y="29527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862302" y="0"/>
                </a:lnTo>
                <a:lnTo>
                  <a:pt x="894383" y="28186"/>
                </a:lnTo>
                <a:lnTo>
                  <a:pt x="895349" y="33047"/>
                </a:lnTo>
                <a:lnTo>
                  <a:pt x="895349" y="300327"/>
                </a:lnTo>
                <a:lnTo>
                  <a:pt x="867162" y="332407"/>
                </a:lnTo>
                <a:lnTo>
                  <a:pt x="862302" y="333374"/>
                </a:lnTo>
                <a:close/>
              </a:path>
            </a:pathLst>
          </a:custGeom>
          <a:solidFill>
            <a:srgbClr val="B065FA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108725" y="4272158"/>
            <a:ext cx="69723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30" dirty="0">
                <a:solidFill>
                  <a:srgbClr val="B065FA"/>
                </a:solidFill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981948" y="4219574"/>
            <a:ext cx="1123950" cy="333375"/>
          </a:xfrm>
          <a:custGeom>
            <a:avLst/>
            <a:gdLst/>
            <a:ahLst/>
            <a:cxnLst/>
            <a:rect l="l" t="t" r="r" b="b"/>
            <a:pathLst>
              <a:path w="1123950" h="333375">
                <a:moveTo>
                  <a:pt x="1090902" y="333374"/>
                </a:moveTo>
                <a:lnTo>
                  <a:pt x="33047" y="333374"/>
                </a:lnTo>
                <a:lnTo>
                  <a:pt x="28186" y="332407"/>
                </a:lnTo>
                <a:lnTo>
                  <a:pt x="966" y="305186"/>
                </a:lnTo>
                <a:lnTo>
                  <a:pt x="0" y="300327"/>
                </a:lnTo>
                <a:lnTo>
                  <a:pt x="0" y="29527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090902" y="0"/>
                </a:lnTo>
                <a:lnTo>
                  <a:pt x="1122983" y="28186"/>
                </a:lnTo>
                <a:lnTo>
                  <a:pt x="1123949" y="33047"/>
                </a:lnTo>
                <a:lnTo>
                  <a:pt x="1123949" y="300327"/>
                </a:lnTo>
                <a:lnTo>
                  <a:pt x="1095762" y="332407"/>
                </a:lnTo>
                <a:lnTo>
                  <a:pt x="1090902" y="333374"/>
                </a:lnTo>
                <a:close/>
              </a:path>
            </a:pathLst>
          </a:custGeom>
          <a:solidFill>
            <a:srgbClr val="B065FA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8085038" y="4272158"/>
            <a:ext cx="91821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150" dirty="0">
                <a:solidFill>
                  <a:srgbClr val="B065FA"/>
                </a:solidFill>
                <a:latin typeface="Arial"/>
                <a:cs typeface="Arial"/>
              </a:rPr>
              <a:t>ASP.NET</a:t>
            </a:r>
            <a:r>
              <a:rPr sz="1200" spc="-120" dirty="0">
                <a:solidFill>
                  <a:srgbClr val="B065FA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B065FA"/>
                </a:solidFill>
                <a:latin typeface="Arial"/>
                <a:cs typeface="Arial"/>
              </a:rPr>
              <a:t>(C#)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9182098" y="4219574"/>
            <a:ext cx="923925" cy="333375"/>
          </a:xfrm>
          <a:custGeom>
            <a:avLst/>
            <a:gdLst/>
            <a:ahLst/>
            <a:cxnLst/>
            <a:rect l="l" t="t" r="r" b="b"/>
            <a:pathLst>
              <a:path w="923925" h="333375">
                <a:moveTo>
                  <a:pt x="890877" y="333374"/>
                </a:moveTo>
                <a:lnTo>
                  <a:pt x="33047" y="333374"/>
                </a:lnTo>
                <a:lnTo>
                  <a:pt x="28187" y="332407"/>
                </a:lnTo>
                <a:lnTo>
                  <a:pt x="966" y="305186"/>
                </a:lnTo>
                <a:lnTo>
                  <a:pt x="0" y="300327"/>
                </a:lnTo>
                <a:lnTo>
                  <a:pt x="0" y="29527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890877" y="0"/>
                </a:lnTo>
                <a:lnTo>
                  <a:pt x="922956" y="28186"/>
                </a:lnTo>
                <a:lnTo>
                  <a:pt x="923924" y="33047"/>
                </a:lnTo>
                <a:lnTo>
                  <a:pt x="923924" y="300327"/>
                </a:lnTo>
                <a:lnTo>
                  <a:pt x="895736" y="332407"/>
                </a:lnTo>
                <a:lnTo>
                  <a:pt x="890877" y="333374"/>
                </a:lnTo>
                <a:close/>
              </a:path>
            </a:pathLst>
          </a:custGeom>
          <a:solidFill>
            <a:srgbClr val="B065FA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9282062" y="4272158"/>
            <a:ext cx="72326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135" dirty="0">
                <a:solidFill>
                  <a:srgbClr val="B065FA"/>
                </a:solidFill>
                <a:latin typeface="Arial"/>
                <a:cs typeface="Arial"/>
              </a:rPr>
              <a:t>SQL</a:t>
            </a:r>
            <a:r>
              <a:rPr sz="1200" spc="-155" dirty="0">
                <a:solidFill>
                  <a:srgbClr val="B065FA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B065FA"/>
                </a:solidFill>
                <a:latin typeface="Arial"/>
                <a:cs typeface="Arial"/>
              </a:rPr>
              <a:t>Server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234735" y="-4762"/>
            <a:ext cx="962025" cy="962025"/>
            <a:chOff x="11234735" y="-4762"/>
            <a:chExt cx="962025" cy="962025"/>
          </a:xfrm>
        </p:grpSpPr>
        <p:sp>
          <p:nvSpPr>
            <p:cNvPr id="3" name="object 3"/>
            <p:cNvSpPr/>
            <p:nvPr/>
          </p:nvSpPr>
          <p:spPr>
            <a:xfrm>
              <a:off x="11239498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0"/>
                  </a:moveTo>
                  <a:lnTo>
                    <a:pt x="35277" y="35277"/>
                  </a:lnTo>
                  <a:lnTo>
                    <a:pt x="70555" y="70555"/>
                  </a:lnTo>
                  <a:lnTo>
                    <a:pt x="105833" y="105833"/>
                  </a:lnTo>
                  <a:lnTo>
                    <a:pt x="141111" y="141111"/>
                  </a:lnTo>
                  <a:lnTo>
                    <a:pt x="176388" y="176388"/>
                  </a:lnTo>
                  <a:lnTo>
                    <a:pt x="211666" y="211666"/>
                  </a:lnTo>
                  <a:lnTo>
                    <a:pt x="246944" y="246944"/>
                  </a:lnTo>
                  <a:lnTo>
                    <a:pt x="282222" y="282222"/>
                  </a:lnTo>
                  <a:lnTo>
                    <a:pt x="317499" y="317499"/>
                  </a:lnTo>
                  <a:lnTo>
                    <a:pt x="352777" y="352777"/>
                  </a:lnTo>
                  <a:lnTo>
                    <a:pt x="388055" y="388055"/>
                  </a:lnTo>
                  <a:lnTo>
                    <a:pt x="423333" y="423333"/>
                  </a:lnTo>
                  <a:lnTo>
                    <a:pt x="458611" y="458611"/>
                  </a:lnTo>
                  <a:lnTo>
                    <a:pt x="493888" y="493888"/>
                  </a:lnTo>
                  <a:lnTo>
                    <a:pt x="529166" y="529166"/>
                  </a:lnTo>
                  <a:lnTo>
                    <a:pt x="564444" y="564444"/>
                  </a:lnTo>
                  <a:lnTo>
                    <a:pt x="599722" y="599722"/>
                  </a:lnTo>
                  <a:lnTo>
                    <a:pt x="634999" y="634999"/>
                  </a:lnTo>
                  <a:lnTo>
                    <a:pt x="670277" y="670277"/>
                  </a:lnTo>
                  <a:lnTo>
                    <a:pt x="705555" y="705555"/>
                  </a:lnTo>
                  <a:lnTo>
                    <a:pt x="740833" y="740833"/>
                  </a:lnTo>
                  <a:lnTo>
                    <a:pt x="776110" y="776111"/>
                  </a:lnTo>
                  <a:lnTo>
                    <a:pt x="811388" y="811388"/>
                  </a:lnTo>
                  <a:lnTo>
                    <a:pt x="846666" y="846666"/>
                  </a:lnTo>
                  <a:lnTo>
                    <a:pt x="881944" y="881944"/>
                  </a:lnTo>
                  <a:lnTo>
                    <a:pt x="917222" y="917222"/>
                  </a:lnTo>
                  <a:lnTo>
                    <a:pt x="952500" y="952499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34748" y="0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0" y="0"/>
                  </a:moveTo>
                  <a:lnTo>
                    <a:pt x="35277" y="35277"/>
                  </a:lnTo>
                  <a:lnTo>
                    <a:pt x="70555" y="70555"/>
                  </a:lnTo>
                  <a:lnTo>
                    <a:pt x="105833" y="105833"/>
                  </a:lnTo>
                  <a:lnTo>
                    <a:pt x="141111" y="141111"/>
                  </a:lnTo>
                  <a:lnTo>
                    <a:pt x="176388" y="176388"/>
                  </a:lnTo>
                  <a:lnTo>
                    <a:pt x="211666" y="211666"/>
                  </a:lnTo>
                  <a:lnTo>
                    <a:pt x="246944" y="246944"/>
                  </a:lnTo>
                  <a:lnTo>
                    <a:pt x="282222" y="282222"/>
                  </a:lnTo>
                  <a:lnTo>
                    <a:pt x="317499" y="317499"/>
                  </a:lnTo>
                  <a:lnTo>
                    <a:pt x="352777" y="352777"/>
                  </a:lnTo>
                  <a:lnTo>
                    <a:pt x="388055" y="388055"/>
                  </a:lnTo>
                  <a:lnTo>
                    <a:pt x="423333" y="423333"/>
                  </a:lnTo>
                  <a:lnTo>
                    <a:pt x="458611" y="458611"/>
                  </a:lnTo>
                  <a:lnTo>
                    <a:pt x="493888" y="493888"/>
                  </a:lnTo>
                  <a:lnTo>
                    <a:pt x="529166" y="529166"/>
                  </a:lnTo>
                  <a:lnTo>
                    <a:pt x="564444" y="564444"/>
                  </a:lnTo>
                  <a:lnTo>
                    <a:pt x="599722" y="599722"/>
                  </a:lnTo>
                  <a:lnTo>
                    <a:pt x="634999" y="634999"/>
                  </a:lnTo>
                  <a:lnTo>
                    <a:pt x="670277" y="670277"/>
                  </a:lnTo>
                  <a:lnTo>
                    <a:pt x="705555" y="705555"/>
                  </a:lnTo>
                  <a:lnTo>
                    <a:pt x="740833" y="740833"/>
                  </a:lnTo>
                  <a:lnTo>
                    <a:pt x="776110" y="776111"/>
                  </a:lnTo>
                  <a:lnTo>
                    <a:pt x="811388" y="811388"/>
                  </a:lnTo>
                  <a:lnTo>
                    <a:pt x="846666" y="846666"/>
                  </a:lnTo>
                  <a:lnTo>
                    <a:pt x="857250" y="85725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429998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35277" y="35277"/>
                  </a:lnTo>
                  <a:lnTo>
                    <a:pt x="70555" y="70555"/>
                  </a:lnTo>
                  <a:lnTo>
                    <a:pt x="105833" y="105833"/>
                  </a:lnTo>
                  <a:lnTo>
                    <a:pt x="141111" y="141111"/>
                  </a:lnTo>
                  <a:lnTo>
                    <a:pt x="176388" y="176388"/>
                  </a:lnTo>
                  <a:lnTo>
                    <a:pt x="211666" y="211666"/>
                  </a:lnTo>
                  <a:lnTo>
                    <a:pt x="246944" y="246944"/>
                  </a:lnTo>
                  <a:lnTo>
                    <a:pt x="282222" y="282222"/>
                  </a:lnTo>
                  <a:lnTo>
                    <a:pt x="317499" y="317499"/>
                  </a:lnTo>
                  <a:lnTo>
                    <a:pt x="352777" y="352777"/>
                  </a:lnTo>
                  <a:lnTo>
                    <a:pt x="388055" y="388055"/>
                  </a:lnTo>
                  <a:lnTo>
                    <a:pt x="423333" y="423333"/>
                  </a:lnTo>
                  <a:lnTo>
                    <a:pt x="458611" y="458611"/>
                  </a:lnTo>
                  <a:lnTo>
                    <a:pt x="493888" y="493888"/>
                  </a:lnTo>
                  <a:lnTo>
                    <a:pt x="529166" y="529166"/>
                  </a:lnTo>
                  <a:lnTo>
                    <a:pt x="564444" y="564444"/>
                  </a:lnTo>
                  <a:lnTo>
                    <a:pt x="599722" y="599722"/>
                  </a:lnTo>
                  <a:lnTo>
                    <a:pt x="634999" y="634999"/>
                  </a:lnTo>
                  <a:lnTo>
                    <a:pt x="670277" y="670277"/>
                  </a:lnTo>
                  <a:lnTo>
                    <a:pt x="705555" y="705555"/>
                  </a:lnTo>
                  <a:lnTo>
                    <a:pt x="740833" y="740833"/>
                  </a:lnTo>
                  <a:lnTo>
                    <a:pt x="762000" y="76200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525248" y="0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0" y="0"/>
                  </a:moveTo>
                  <a:lnTo>
                    <a:pt x="35277" y="35277"/>
                  </a:lnTo>
                  <a:lnTo>
                    <a:pt x="70555" y="70555"/>
                  </a:lnTo>
                  <a:lnTo>
                    <a:pt x="105833" y="105833"/>
                  </a:lnTo>
                  <a:lnTo>
                    <a:pt x="141111" y="141111"/>
                  </a:lnTo>
                  <a:lnTo>
                    <a:pt x="176388" y="176388"/>
                  </a:lnTo>
                  <a:lnTo>
                    <a:pt x="211666" y="211666"/>
                  </a:lnTo>
                  <a:lnTo>
                    <a:pt x="246944" y="246944"/>
                  </a:lnTo>
                  <a:lnTo>
                    <a:pt x="282222" y="282222"/>
                  </a:lnTo>
                  <a:lnTo>
                    <a:pt x="317499" y="317499"/>
                  </a:lnTo>
                  <a:lnTo>
                    <a:pt x="352777" y="352777"/>
                  </a:lnTo>
                  <a:lnTo>
                    <a:pt x="388055" y="388055"/>
                  </a:lnTo>
                  <a:lnTo>
                    <a:pt x="423333" y="423333"/>
                  </a:lnTo>
                  <a:lnTo>
                    <a:pt x="458611" y="458611"/>
                  </a:lnTo>
                  <a:lnTo>
                    <a:pt x="493888" y="493888"/>
                  </a:lnTo>
                  <a:lnTo>
                    <a:pt x="529166" y="529166"/>
                  </a:lnTo>
                  <a:lnTo>
                    <a:pt x="564444" y="564444"/>
                  </a:lnTo>
                  <a:lnTo>
                    <a:pt x="599722" y="599722"/>
                  </a:lnTo>
                  <a:lnTo>
                    <a:pt x="634999" y="634999"/>
                  </a:lnTo>
                  <a:lnTo>
                    <a:pt x="666750" y="66675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620498" y="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0"/>
                  </a:moveTo>
                  <a:lnTo>
                    <a:pt x="35277" y="35277"/>
                  </a:lnTo>
                  <a:lnTo>
                    <a:pt x="70555" y="70555"/>
                  </a:lnTo>
                  <a:lnTo>
                    <a:pt x="105833" y="105833"/>
                  </a:lnTo>
                  <a:lnTo>
                    <a:pt x="141111" y="141111"/>
                  </a:lnTo>
                  <a:lnTo>
                    <a:pt x="176388" y="176388"/>
                  </a:lnTo>
                  <a:lnTo>
                    <a:pt x="211666" y="211666"/>
                  </a:lnTo>
                  <a:lnTo>
                    <a:pt x="246944" y="246944"/>
                  </a:lnTo>
                  <a:lnTo>
                    <a:pt x="282222" y="282222"/>
                  </a:lnTo>
                  <a:lnTo>
                    <a:pt x="317499" y="317499"/>
                  </a:lnTo>
                  <a:lnTo>
                    <a:pt x="352777" y="352777"/>
                  </a:lnTo>
                  <a:lnTo>
                    <a:pt x="388055" y="388055"/>
                  </a:lnTo>
                  <a:lnTo>
                    <a:pt x="423333" y="423333"/>
                  </a:lnTo>
                  <a:lnTo>
                    <a:pt x="458611" y="458611"/>
                  </a:lnTo>
                  <a:lnTo>
                    <a:pt x="493888" y="493888"/>
                  </a:lnTo>
                  <a:lnTo>
                    <a:pt x="529166" y="529166"/>
                  </a:lnTo>
                  <a:lnTo>
                    <a:pt x="564444" y="564444"/>
                  </a:lnTo>
                  <a:lnTo>
                    <a:pt x="571500" y="57150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715748" y="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0" y="0"/>
                  </a:moveTo>
                  <a:lnTo>
                    <a:pt x="35277" y="35277"/>
                  </a:lnTo>
                  <a:lnTo>
                    <a:pt x="70555" y="70555"/>
                  </a:lnTo>
                  <a:lnTo>
                    <a:pt x="105833" y="105833"/>
                  </a:lnTo>
                  <a:lnTo>
                    <a:pt x="141111" y="141111"/>
                  </a:lnTo>
                  <a:lnTo>
                    <a:pt x="176388" y="176388"/>
                  </a:lnTo>
                  <a:lnTo>
                    <a:pt x="211666" y="211666"/>
                  </a:lnTo>
                  <a:lnTo>
                    <a:pt x="246944" y="246944"/>
                  </a:lnTo>
                  <a:lnTo>
                    <a:pt x="282222" y="282222"/>
                  </a:lnTo>
                  <a:lnTo>
                    <a:pt x="317499" y="317499"/>
                  </a:lnTo>
                  <a:lnTo>
                    <a:pt x="352777" y="352777"/>
                  </a:lnTo>
                  <a:lnTo>
                    <a:pt x="388055" y="388055"/>
                  </a:lnTo>
                  <a:lnTo>
                    <a:pt x="423333" y="423333"/>
                  </a:lnTo>
                  <a:lnTo>
                    <a:pt x="458611" y="458611"/>
                  </a:lnTo>
                  <a:lnTo>
                    <a:pt x="476250" y="47625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810998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5277" y="35277"/>
                  </a:lnTo>
                  <a:lnTo>
                    <a:pt x="70555" y="70555"/>
                  </a:lnTo>
                  <a:lnTo>
                    <a:pt x="105833" y="105833"/>
                  </a:lnTo>
                  <a:lnTo>
                    <a:pt x="141111" y="141111"/>
                  </a:lnTo>
                  <a:lnTo>
                    <a:pt x="176388" y="176388"/>
                  </a:lnTo>
                  <a:lnTo>
                    <a:pt x="211666" y="211666"/>
                  </a:lnTo>
                  <a:lnTo>
                    <a:pt x="246944" y="246944"/>
                  </a:lnTo>
                  <a:lnTo>
                    <a:pt x="282222" y="282222"/>
                  </a:lnTo>
                  <a:lnTo>
                    <a:pt x="317499" y="317499"/>
                  </a:lnTo>
                  <a:lnTo>
                    <a:pt x="352777" y="352777"/>
                  </a:lnTo>
                  <a:lnTo>
                    <a:pt x="381000" y="38100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761999" y="761999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76199" y="1142999"/>
                </a:moveTo>
                <a:lnTo>
                  <a:pt x="0" y="1142999"/>
                </a:lnTo>
                <a:lnTo>
                  <a:pt x="0" y="0"/>
                </a:lnTo>
                <a:lnTo>
                  <a:pt x="76199" y="0"/>
                </a:lnTo>
                <a:lnTo>
                  <a:pt x="76199" y="1142999"/>
                </a:lnTo>
                <a:close/>
              </a:path>
            </a:pathLst>
          </a:custGeom>
          <a:solidFill>
            <a:srgbClr val="B065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4890"/>
              </a:lnSpc>
              <a:spcBef>
                <a:spcPts val="130"/>
              </a:spcBef>
            </a:pPr>
            <a:r>
              <a:rPr spc="-420" dirty="0"/>
              <a:t>ARCHITECTURE</a:t>
            </a:r>
          </a:p>
          <a:p>
            <a:pPr marL="12700">
              <a:lnSpc>
                <a:spcPts val="4890"/>
              </a:lnSpc>
            </a:pPr>
            <a:r>
              <a:rPr spc="400" dirty="0">
                <a:solidFill>
                  <a:srgbClr val="B065FA"/>
                </a:solidFill>
              </a:rPr>
              <a:t>/</a:t>
            </a:r>
            <a:r>
              <a:rPr spc="-409" dirty="0">
                <a:solidFill>
                  <a:srgbClr val="B065FA"/>
                </a:solidFill>
              </a:rPr>
              <a:t> </a:t>
            </a:r>
            <a:r>
              <a:rPr spc="-665" dirty="0">
                <a:solidFill>
                  <a:srgbClr val="B065FA"/>
                </a:solidFill>
              </a:rPr>
              <a:t>FLOW</a:t>
            </a: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2544149"/>
            <a:ext cx="209401" cy="14658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68417" y="2475858"/>
            <a:ext cx="748665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75" dirty="0">
                <a:solidFill>
                  <a:srgbClr val="B065FA"/>
                </a:solidFill>
                <a:latin typeface="Arial"/>
                <a:cs typeface="Arial"/>
              </a:rPr>
              <a:t>Frontend</a:t>
            </a:r>
            <a:endParaRPr sz="14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1999" y="3143249"/>
            <a:ext cx="476250" cy="266700"/>
          </a:xfrm>
          <a:custGeom>
            <a:avLst/>
            <a:gdLst/>
            <a:ahLst/>
            <a:cxnLst/>
            <a:rect l="l" t="t" r="r" b="b"/>
            <a:pathLst>
              <a:path w="476250" h="266700">
                <a:moveTo>
                  <a:pt x="443202" y="266699"/>
                </a:moveTo>
                <a:lnTo>
                  <a:pt x="33047" y="266699"/>
                </a:lnTo>
                <a:lnTo>
                  <a:pt x="28187" y="265732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443202" y="0"/>
                </a:lnTo>
                <a:lnTo>
                  <a:pt x="475283" y="28187"/>
                </a:lnTo>
                <a:lnTo>
                  <a:pt x="476249" y="33047"/>
                </a:lnTo>
                <a:lnTo>
                  <a:pt x="476249" y="233652"/>
                </a:lnTo>
                <a:lnTo>
                  <a:pt x="448062" y="265732"/>
                </a:lnTo>
                <a:lnTo>
                  <a:pt x="443202" y="266699"/>
                </a:lnTo>
                <a:close/>
              </a:path>
            </a:pathLst>
          </a:custGeom>
          <a:solidFill>
            <a:srgbClr val="B065FA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14449" y="3143249"/>
            <a:ext cx="390525" cy="266700"/>
          </a:xfrm>
          <a:custGeom>
            <a:avLst/>
            <a:gdLst/>
            <a:ahLst/>
            <a:cxnLst/>
            <a:rect l="l" t="t" r="r" b="b"/>
            <a:pathLst>
              <a:path w="390525" h="266700">
                <a:moveTo>
                  <a:pt x="357477" y="266699"/>
                </a:moveTo>
                <a:lnTo>
                  <a:pt x="33047" y="266699"/>
                </a:lnTo>
                <a:lnTo>
                  <a:pt x="28187" y="265732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57477" y="0"/>
                </a:lnTo>
                <a:lnTo>
                  <a:pt x="389558" y="28187"/>
                </a:lnTo>
                <a:lnTo>
                  <a:pt x="390524" y="33047"/>
                </a:lnTo>
                <a:lnTo>
                  <a:pt x="390524" y="233652"/>
                </a:lnTo>
                <a:lnTo>
                  <a:pt x="362337" y="265732"/>
                </a:lnTo>
                <a:lnTo>
                  <a:pt x="357477" y="266699"/>
                </a:lnTo>
                <a:close/>
              </a:path>
            </a:pathLst>
          </a:custGeom>
          <a:solidFill>
            <a:srgbClr val="B065FA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90699" y="3143249"/>
            <a:ext cx="733425" cy="266700"/>
          </a:xfrm>
          <a:custGeom>
            <a:avLst/>
            <a:gdLst/>
            <a:ahLst/>
            <a:cxnLst/>
            <a:rect l="l" t="t" r="r" b="b"/>
            <a:pathLst>
              <a:path w="733425" h="266700">
                <a:moveTo>
                  <a:pt x="700377" y="266699"/>
                </a:moveTo>
                <a:lnTo>
                  <a:pt x="33047" y="266699"/>
                </a:lnTo>
                <a:lnTo>
                  <a:pt x="28187" y="265732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700377" y="0"/>
                </a:lnTo>
                <a:lnTo>
                  <a:pt x="732458" y="28187"/>
                </a:lnTo>
                <a:lnTo>
                  <a:pt x="733424" y="33047"/>
                </a:lnTo>
                <a:lnTo>
                  <a:pt x="733424" y="233652"/>
                </a:lnTo>
                <a:lnTo>
                  <a:pt x="705237" y="265732"/>
                </a:lnTo>
                <a:lnTo>
                  <a:pt x="700377" y="266699"/>
                </a:lnTo>
                <a:close/>
              </a:path>
            </a:pathLst>
          </a:custGeom>
          <a:solidFill>
            <a:srgbClr val="B065FA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49299" y="2804642"/>
            <a:ext cx="4198620" cy="12719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70" dirty="0">
                <a:solidFill>
                  <a:srgbClr val="A0AEBF"/>
                </a:solidFill>
                <a:latin typeface="Arial"/>
                <a:cs typeface="Arial"/>
              </a:rPr>
              <a:t>User</a:t>
            </a:r>
            <a:r>
              <a:rPr sz="1350" spc="-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A0AEBF"/>
                </a:solidFill>
                <a:latin typeface="Arial"/>
                <a:cs typeface="Arial"/>
              </a:rPr>
              <a:t>interface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and</a:t>
            </a:r>
            <a:r>
              <a:rPr sz="1350" spc="-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certificate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Arial"/>
                <a:cs typeface="Arial"/>
              </a:rPr>
              <a:t>editing</a:t>
            </a:r>
            <a:r>
              <a:rPr sz="1350" spc="-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built</a:t>
            </a:r>
            <a:r>
              <a:rPr sz="1350" spc="-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with:</a:t>
            </a:r>
            <a:endParaRPr sz="1350">
              <a:latin typeface="Arial"/>
              <a:cs typeface="Arial"/>
            </a:endParaRPr>
          </a:p>
          <a:p>
            <a:pPr marL="88265">
              <a:lnSpc>
                <a:spcPct val="100000"/>
              </a:lnSpc>
              <a:spcBef>
                <a:spcPts val="1305"/>
              </a:spcBef>
              <a:tabLst>
                <a:tab pos="640080" algn="l"/>
                <a:tab pos="1113790" algn="l"/>
              </a:tabLst>
            </a:pPr>
            <a:r>
              <a:rPr sz="1050" spc="-20" dirty="0">
                <a:solidFill>
                  <a:srgbClr val="B065FA"/>
                </a:solidFill>
                <a:latin typeface="Tahoma"/>
                <a:cs typeface="Tahoma"/>
              </a:rPr>
              <a:t>HTML</a:t>
            </a:r>
            <a:r>
              <a:rPr sz="1050" dirty="0">
                <a:solidFill>
                  <a:srgbClr val="B065FA"/>
                </a:solidFill>
                <a:latin typeface="Tahoma"/>
                <a:cs typeface="Tahoma"/>
              </a:rPr>
              <a:t>	</a:t>
            </a:r>
            <a:r>
              <a:rPr sz="1050" spc="-25" dirty="0">
                <a:solidFill>
                  <a:srgbClr val="B065FA"/>
                </a:solidFill>
                <a:latin typeface="Tahoma"/>
                <a:cs typeface="Tahoma"/>
              </a:rPr>
              <a:t>CSS</a:t>
            </a:r>
            <a:r>
              <a:rPr sz="1050" dirty="0">
                <a:solidFill>
                  <a:srgbClr val="B065FA"/>
                </a:solidFill>
                <a:latin typeface="Tahoma"/>
                <a:cs typeface="Tahoma"/>
              </a:rPr>
              <a:t>	</a:t>
            </a:r>
            <a:r>
              <a:rPr sz="1050" spc="-10" dirty="0">
                <a:solidFill>
                  <a:srgbClr val="B065FA"/>
                </a:solidFill>
                <a:latin typeface="Tahoma"/>
                <a:cs typeface="Tahoma"/>
              </a:rPr>
              <a:t>JavaScript</a:t>
            </a:r>
            <a:endParaRPr sz="10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950">
              <a:latin typeface="Tahoma"/>
              <a:cs typeface="Tahoma"/>
            </a:endParaRPr>
          </a:p>
          <a:p>
            <a:pPr marL="12700" marR="5080">
              <a:lnSpc>
                <a:spcPct val="120400"/>
              </a:lnSpc>
              <a:spcBef>
                <a:spcPts val="5"/>
              </a:spcBef>
            </a:pPr>
            <a:r>
              <a:rPr sz="1350" spc="-75" dirty="0">
                <a:solidFill>
                  <a:srgbClr val="A0AEBF"/>
                </a:solidFill>
                <a:latin typeface="Arial"/>
                <a:cs typeface="Arial"/>
              </a:rPr>
              <a:t>Responsive</a:t>
            </a:r>
            <a:r>
              <a:rPr sz="1350" spc="-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design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Arial"/>
                <a:cs typeface="Arial"/>
              </a:rPr>
              <a:t>for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all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devices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with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A0AEBF"/>
                </a:solidFill>
                <a:latin typeface="Arial"/>
                <a:cs typeface="Arial"/>
              </a:rPr>
              <a:t>interactive</a:t>
            </a:r>
            <a:r>
              <a:rPr sz="1350" spc="-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certificate </a:t>
            </a:r>
            <a:r>
              <a:rPr sz="1350" spc="-20" dirty="0">
                <a:solidFill>
                  <a:srgbClr val="A0AEBF"/>
                </a:solidFill>
                <a:latin typeface="Arial"/>
                <a:cs typeface="Arial"/>
              </a:rPr>
              <a:t>editing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capabilities.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1999" y="4391973"/>
            <a:ext cx="167580" cy="146632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026596" y="4323708"/>
            <a:ext cx="70866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100" dirty="0">
                <a:solidFill>
                  <a:srgbClr val="B065FA"/>
                </a:solidFill>
                <a:latin typeface="Arial"/>
                <a:cs typeface="Arial"/>
              </a:rPr>
              <a:t>Backend</a:t>
            </a:r>
            <a:endParaRPr sz="14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61999" y="4991099"/>
            <a:ext cx="609600" cy="276225"/>
          </a:xfrm>
          <a:custGeom>
            <a:avLst/>
            <a:gdLst/>
            <a:ahLst/>
            <a:cxnLst/>
            <a:rect l="l" t="t" r="r" b="b"/>
            <a:pathLst>
              <a:path w="609600" h="276225">
                <a:moveTo>
                  <a:pt x="576552" y="276224"/>
                </a:moveTo>
                <a:lnTo>
                  <a:pt x="33047" y="276224"/>
                </a:lnTo>
                <a:lnTo>
                  <a:pt x="28187" y="275257"/>
                </a:lnTo>
                <a:lnTo>
                  <a:pt x="966" y="248037"/>
                </a:lnTo>
                <a:lnTo>
                  <a:pt x="0" y="243177"/>
                </a:lnTo>
                <a:lnTo>
                  <a:pt x="0" y="2381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576552" y="0"/>
                </a:lnTo>
                <a:lnTo>
                  <a:pt x="608633" y="28186"/>
                </a:lnTo>
                <a:lnTo>
                  <a:pt x="609599" y="33047"/>
                </a:lnTo>
                <a:lnTo>
                  <a:pt x="609599" y="243177"/>
                </a:lnTo>
                <a:lnTo>
                  <a:pt x="581412" y="275257"/>
                </a:lnTo>
                <a:lnTo>
                  <a:pt x="576552" y="276224"/>
                </a:lnTo>
                <a:close/>
              </a:path>
            </a:pathLst>
          </a:custGeom>
          <a:solidFill>
            <a:srgbClr val="B065FA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457324" y="4991099"/>
            <a:ext cx="352425" cy="276225"/>
          </a:xfrm>
          <a:custGeom>
            <a:avLst/>
            <a:gdLst/>
            <a:ahLst/>
            <a:cxnLst/>
            <a:rect l="l" t="t" r="r" b="b"/>
            <a:pathLst>
              <a:path w="352425" h="276225">
                <a:moveTo>
                  <a:pt x="319377" y="276224"/>
                </a:moveTo>
                <a:lnTo>
                  <a:pt x="33047" y="276224"/>
                </a:lnTo>
                <a:lnTo>
                  <a:pt x="28187" y="275257"/>
                </a:lnTo>
                <a:lnTo>
                  <a:pt x="966" y="248037"/>
                </a:lnTo>
                <a:lnTo>
                  <a:pt x="0" y="243177"/>
                </a:lnTo>
                <a:lnTo>
                  <a:pt x="0" y="2381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19377" y="0"/>
                </a:lnTo>
                <a:lnTo>
                  <a:pt x="351458" y="28186"/>
                </a:lnTo>
                <a:lnTo>
                  <a:pt x="352424" y="33047"/>
                </a:lnTo>
                <a:lnTo>
                  <a:pt x="352424" y="243177"/>
                </a:lnTo>
                <a:lnTo>
                  <a:pt x="324237" y="275257"/>
                </a:lnTo>
                <a:lnTo>
                  <a:pt x="319377" y="276224"/>
                </a:lnTo>
                <a:close/>
              </a:path>
            </a:pathLst>
          </a:custGeom>
          <a:solidFill>
            <a:srgbClr val="B065FA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85949" y="4991099"/>
            <a:ext cx="771525" cy="276225"/>
          </a:xfrm>
          <a:custGeom>
            <a:avLst/>
            <a:gdLst/>
            <a:ahLst/>
            <a:cxnLst/>
            <a:rect l="l" t="t" r="r" b="b"/>
            <a:pathLst>
              <a:path w="771525" h="276225">
                <a:moveTo>
                  <a:pt x="738477" y="276224"/>
                </a:moveTo>
                <a:lnTo>
                  <a:pt x="33047" y="276224"/>
                </a:lnTo>
                <a:lnTo>
                  <a:pt x="28187" y="275257"/>
                </a:lnTo>
                <a:lnTo>
                  <a:pt x="966" y="248037"/>
                </a:lnTo>
                <a:lnTo>
                  <a:pt x="0" y="243177"/>
                </a:lnTo>
                <a:lnTo>
                  <a:pt x="0" y="2381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738477" y="0"/>
                </a:lnTo>
                <a:lnTo>
                  <a:pt x="770557" y="28186"/>
                </a:lnTo>
                <a:lnTo>
                  <a:pt x="771524" y="33047"/>
                </a:lnTo>
                <a:lnTo>
                  <a:pt x="771524" y="243177"/>
                </a:lnTo>
                <a:lnTo>
                  <a:pt x="743337" y="275257"/>
                </a:lnTo>
                <a:lnTo>
                  <a:pt x="738477" y="276224"/>
                </a:lnTo>
                <a:close/>
              </a:path>
            </a:pathLst>
          </a:custGeom>
          <a:solidFill>
            <a:srgbClr val="B065FA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49299" y="4662017"/>
            <a:ext cx="4023360" cy="12623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65" dirty="0">
                <a:solidFill>
                  <a:srgbClr val="A0AEBF"/>
                </a:solidFill>
                <a:latin typeface="Arial"/>
                <a:cs typeface="Arial"/>
              </a:rPr>
              <a:t>Business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logic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and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50" dirty="0">
                <a:solidFill>
                  <a:srgbClr val="A0AEBF"/>
                </a:solidFill>
                <a:latin typeface="Arial"/>
                <a:cs typeface="Arial"/>
              </a:rPr>
              <a:t>API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integration</a:t>
            </a:r>
            <a:r>
              <a:rPr sz="1350" spc="-9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using:</a:t>
            </a:r>
            <a:endParaRPr sz="1350">
              <a:latin typeface="Arial"/>
              <a:cs typeface="Arial"/>
            </a:endParaRPr>
          </a:p>
          <a:p>
            <a:pPr marL="88265">
              <a:lnSpc>
                <a:spcPct val="100000"/>
              </a:lnSpc>
              <a:spcBef>
                <a:spcPts val="1230"/>
              </a:spcBef>
              <a:tabLst>
                <a:tab pos="779780" algn="l"/>
                <a:tab pos="1209675" algn="l"/>
              </a:tabLst>
            </a:pPr>
            <a:r>
              <a:rPr sz="1050" spc="-10" dirty="0">
                <a:solidFill>
                  <a:srgbClr val="B065FA"/>
                </a:solidFill>
                <a:latin typeface="Tahoma"/>
                <a:cs typeface="Tahoma"/>
              </a:rPr>
              <a:t>ASP.NET</a:t>
            </a:r>
            <a:r>
              <a:rPr sz="1050" dirty="0">
                <a:solidFill>
                  <a:srgbClr val="B065FA"/>
                </a:solidFill>
                <a:latin typeface="Tahoma"/>
                <a:cs typeface="Tahoma"/>
              </a:rPr>
              <a:t>	</a:t>
            </a:r>
            <a:r>
              <a:rPr sz="1050" spc="45" dirty="0">
                <a:solidFill>
                  <a:srgbClr val="B065FA"/>
                </a:solidFill>
                <a:latin typeface="Tahoma"/>
                <a:cs typeface="Tahoma"/>
              </a:rPr>
              <a:t>C#</a:t>
            </a:r>
            <a:r>
              <a:rPr sz="1050" dirty="0">
                <a:solidFill>
                  <a:srgbClr val="B065FA"/>
                </a:solidFill>
                <a:latin typeface="Tahoma"/>
                <a:cs typeface="Tahoma"/>
              </a:rPr>
              <a:t>	</a:t>
            </a:r>
            <a:r>
              <a:rPr sz="1050" spc="-50" dirty="0">
                <a:solidFill>
                  <a:srgbClr val="B065FA"/>
                </a:solidFill>
                <a:latin typeface="Tahoma"/>
                <a:cs typeface="Tahoma"/>
              </a:rPr>
              <a:t>Web</a:t>
            </a:r>
            <a:r>
              <a:rPr sz="1050" spc="-125" dirty="0">
                <a:solidFill>
                  <a:srgbClr val="B065FA"/>
                </a:solidFill>
                <a:latin typeface="Tahoma"/>
                <a:cs typeface="Tahoma"/>
              </a:rPr>
              <a:t> </a:t>
            </a:r>
            <a:r>
              <a:rPr sz="1050" spc="-20" dirty="0">
                <a:solidFill>
                  <a:srgbClr val="B065FA"/>
                </a:solidFill>
                <a:latin typeface="Tahoma"/>
                <a:cs typeface="Tahoma"/>
              </a:rPr>
              <a:t>Forms</a:t>
            </a:r>
            <a:endParaRPr sz="10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950">
              <a:latin typeface="Tahoma"/>
              <a:cs typeface="Tahoma"/>
            </a:endParaRPr>
          </a:p>
          <a:p>
            <a:pPr marL="12700" marR="5080">
              <a:lnSpc>
                <a:spcPct val="115700"/>
              </a:lnSpc>
            </a:pPr>
            <a:r>
              <a:rPr sz="1350" spc="-70" dirty="0">
                <a:solidFill>
                  <a:srgbClr val="A0AEBF"/>
                </a:solidFill>
                <a:latin typeface="Arial"/>
                <a:cs typeface="Arial"/>
              </a:rPr>
              <a:t>Handles</a:t>
            </a:r>
            <a:r>
              <a:rPr sz="135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user</a:t>
            </a:r>
            <a:r>
              <a:rPr sz="1350" spc="-13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authentication,</a:t>
            </a:r>
            <a:r>
              <a:rPr sz="1350" spc="8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template </a:t>
            </a:r>
            <a:r>
              <a:rPr sz="1350" spc="-70" dirty="0">
                <a:solidFill>
                  <a:srgbClr val="A0AEBF"/>
                </a:solidFill>
                <a:latin typeface="Arial"/>
                <a:cs typeface="Arial"/>
              </a:rPr>
              <a:t>management,</a:t>
            </a:r>
            <a:r>
              <a:rPr sz="1350" spc="8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and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certificate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generation</a:t>
            </a:r>
            <a:r>
              <a:rPr sz="1350" spc="-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processes.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53099" y="2533671"/>
            <a:ext cx="146595" cy="167537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5998348" y="2475858"/>
            <a:ext cx="77724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70" dirty="0">
                <a:solidFill>
                  <a:srgbClr val="B065FA"/>
                </a:solidFill>
                <a:latin typeface="Arial"/>
                <a:cs typeface="Arial"/>
              </a:rPr>
              <a:t>Database</a:t>
            </a:r>
            <a:endParaRPr sz="14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42037" y="2804642"/>
            <a:ext cx="2654935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65" dirty="0">
                <a:solidFill>
                  <a:srgbClr val="A0AEBF"/>
                </a:solidFill>
                <a:latin typeface="Arial"/>
                <a:cs typeface="Arial"/>
              </a:rPr>
              <a:t>Data</a:t>
            </a:r>
            <a:r>
              <a:rPr sz="1350" spc="-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storage</a:t>
            </a:r>
            <a:r>
              <a:rPr sz="1350" spc="-1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and</a:t>
            </a:r>
            <a:r>
              <a:rPr sz="1350" spc="-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management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using:</a:t>
            </a:r>
            <a:endParaRPr sz="135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753098" y="3143249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728952" y="266699"/>
                </a:moveTo>
                <a:lnTo>
                  <a:pt x="33047" y="266699"/>
                </a:lnTo>
                <a:lnTo>
                  <a:pt x="28187" y="265732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728952" y="0"/>
                </a:lnTo>
                <a:lnTo>
                  <a:pt x="761033" y="28187"/>
                </a:lnTo>
                <a:lnTo>
                  <a:pt x="761999" y="33047"/>
                </a:lnTo>
                <a:lnTo>
                  <a:pt x="761999" y="233652"/>
                </a:lnTo>
                <a:lnTo>
                  <a:pt x="733812" y="265732"/>
                </a:lnTo>
                <a:lnTo>
                  <a:pt x="728952" y="266699"/>
                </a:lnTo>
                <a:close/>
              </a:path>
            </a:pathLst>
          </a:custGeom>
          <a:solidFill>
            <a:srgbClr val="B065FA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818236" y="3174822"/>
            <a:ext cx="63436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40" dirty="0">
                <a:solidFill>
                  <a:srgbClr val="B065FA"/>
                </a:solidFill>
                <a:latin typeface="Tahoma"/>
                <a:cs typeface="Tahoma"/>
              </a:rPr>
              <a:t>SQL</a:t>
            </a:r>
            <a:r>
              <a:rPr sz="1050" spc="-160" dirty="0">
                <a:solidFill>
                  <a:srgbClr val="B065FA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B065FA"/>
                </a:solidFill>
                <a:latin typeface="Tahoma"/>
                <a:cs typeface="Tahoma"/>
              </a:rPr>
              <a:t>Server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42037" y="3555776"/>
            <a:ext cx="4578350" cy="520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400"/>
              </a:lnSpc>
              <a:spcBef>
                <a:spcPts val="95"/>
              </a:spcBef>
            </a:pP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Stores</a:t>
            </a:r>
            <a:r>
              <a:rPr sz="135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user</a:t>
            </a:r>
            <a:r>
              <a:rPr sz="135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profiles,</a:t>
            </a:r>
            <a:r>
              <a:rPr sz="1350" spc="-1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certificate</a:t>
            </a:r>
            <a:r>
              <a:rPr sz="1350" spc="-7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templates,</a:t>
            </a:r>
            <a:r>
              <a:rPr sz="1350" spc="4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organization</a:t>
            </a:r>
            <a:r>
              <a:rPr sz="135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data,</a:t>
            </a:r>
            <a:r>
              <a:rPr sz="1350" spc="4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and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generated</a:t>
            </a:r>
            <a:r>
              <a:rPr sz="1350" spc="-13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certificate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records.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30" name="object 3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53099" y="4392017"/>
            <a:ext cx="188416" cy="146546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6040169" y="4323708"/>
            <a:ext cx="102108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90" dirty="0">
                <a:solidFill>
                  <a:srgbClr val="B065FA"/>
                </a:solidFill>
                <a:latin typeface="Arial"/>
                <a:cs typeface="Arial"/>
              </a:rPr>
              <a:t>System</a:t>
            </a:r>
            <a:r>
              <a:rPr sz="1450" b="1" spc="-85" dirty="0">
                <a:solidFill>
                  <a:srgbClr val="B065FA"/>
                </a:solidFill>
                <a:latin typeface="Arial"/>
                <a:cs typeface="Arial"/>
              </a:rPr>
              <a:t> </a:t>
            </a:r>
            <a:r>
              <a:rPr sz="1450" b="1" spc="-100" dirty="0">
                <a:solidFill>
                  <a:srgbClr val="B065FA"/>
                </a:solidFill>
                <a:latin typeface="Arial"/>
                <a:cs typeface="Arial"/>
              </a:rPr>
              <a:t>Flow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753099" y="4886324"/>
            <a:ext cx="571500" cy="571500"/>
            <a:chOff x="5753099" y="4886324"/>
            <a:chExt cx="571500" cy="571500"/>
          </a:xfrm>
        </p:grpSpPr>
        <p:sp>
          <p:nvSpPr>
            <p:cNvPr id="33" name="object 33"/>
            <p:cNvSpPr/>
            <p:nvPr/>
          </p:nvSpPr>
          <p:spPr>
            <a:xfrm>
              <a:off x="5753099" y="488632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6"/>
                  </a:lnTo>
                  <a:lnTo>
                    <a:pt x="163575" y="544064"/>
                  </a:lnTo>
                  <a:lnTo>
                    <a:pt x="126995" y="523341"/>
                  </a:lnTo>
                  <a:lnTo>
                    <a:pt x="93852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9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7"/>
                  </a:lnTo>
                  <a:lnTo>
                    <a:pt x="56233" y="115528"/>
                  </a:lnTo>
                  <a:lnTo>
                    <a:pt x="83694" y="83693"/>
                  </a:lnTo>
                  <a:lnTo>
                    <a:pt x="115528" y="56232"/>
                  </a:lnTo>
                  <a:lnTo>
                    <a:pt x="151047" y="33740"/>
                  </a:lnTo>
                  <a:lnTo>
                    <a:pt x="189482" y="16703"/>
                  </a:lnTo>
                  <a:lnTo>
                    <a:pt x="230002" y="5490"/>
                  </a:lnTo>
                  <a:lnTo>
                    <a:pt x="271729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7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1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8" y="230002"/>
                  </a:lnTo>
                  <a:lnTo>
                    <a:pt x="571156" y="271729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8" y="341497"/>
                  </a:lnTo>
                  <a:lnTo>
                    <a:pt x="554796" y="382015"/>
                  </a:lnTo>
                  <a:lnTo>
                    <a:pt x="537758" y="420451"/>
                  </a:lnTo>
                  <a:lnTo>
                    <a:pt x="515266" y="455970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7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B065F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62649" y="5105399"/>
              <a:ext cx="152399" cy="133349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5835649" y="5538317"/>
            <a:ext cx="410209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Login</a:t>
            </a:r>
            <a:endParaRPr sz="13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27811" y="5176564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B065FA"/>
                </a:solidFill>
                <a:latin typeface="Liberation Sans"/>
                <a:cs typeface="Liberation Sans"/>
              </a:rPr>
              <a:t>→</a:t>
            </a:r>
            <a:endParaRPr sz="1800">
              <a:latin typeface="Liberation Sans"/>
              <a:cs typeface="Liberation Sans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762749" y="4886324"/>
            <a:ext cx="571500" cy="571500"/>
            <a:chOff x="6762749" y="4886324"/>
            <a:chExt cx="571500" cy="571500"/>
          </a:xfrm>
        </p:grpSpPr>
        <p:sp>
          <p:nvSpPr>
            <p:cNvPr id="38" name="object 38"/>
            <p:cNvSpPr/>
            <p:nvPr/>
          </p:nvSpPr>
          <p:spPr>
            <a:xfrm>
              <a:off x="6762749" y="488632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6"/>
                  </a:lnTo>
                  <a:lnTo>
                    <a:pt x="163575" y="544064"/>
                  </a:lnTo>
                  <a:lnTo>
                    <a:pt x="126993" y="523341"/>
                  </a:lnTo>
                  <a:lnTo>
                    <a:pt x="93852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0" y="395101"/>
                  </a:lnTo>
                  <a:lnTo>
                    <a:pt x="8562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3" y="271729"/>
                  </a:lnTo>
                  <a:lnTo>
                    <a:pt x="5489" y="230002"/>
                  </a:lnTo>
                  <a:lnTo>
                    <a:pt x="16702" y="189483"/>
                  </a:lnTo>
                  <a:lnTo>
                    <a:pt x="33740" y="151047"/>
                  </a:lnTo>
                  <a:lnTo>
                    <a:pt x="56233" y="115528"/>
                  </a:lnTo>
                  <a:lnTo>
                    <a:pt x="83693" y="83693"/>
                  </a:lnTo>
                  <a:lnTo>
                    <a:pt x="115528" y="56232"/>
                  </a:lnTo>
                  <a:lnTo>
                    <a:pt x="151047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5" y="16703"/>
                  </a:lnTo>
                  <a:lnTo>
                    <a:pt x="420451" y="33740"/>
                  </a:lnTo>
                  <a:lnTo>
                    <a:pt x="455970" y="56232"/>
                  </a:lnTo>
                  <a:lnTo>
                    <a:pt x="487805" y="83693"/>
                  </a:lnTo>
                  <a:lnTo>
                    <a:pt x="515265" y="115528"/>
                  </a:lnTo>
                  <a:lnTo>
                    <a:pt x="537758" y="151048"/>
                  </a:lnTo>
                  <a:lnTo>
                    <a:pt x="554795" y="189483"/>
                  </a:lnTo>
                  <a:lnTo>
                    <a:pt x="566008" y="230002"/>
                  </a:lnTo>
                  <a:lnTo>
                    <a:pt x="571156" y="271729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8" y="341497"/>
                  </a:lnTo>
                  <a:lnTo>
                    <a:pt x="554796" y="382015"/>
                  </a:lnTo>
                  <a:lnTo>
                    <a:pt x="537758" y="420451"/>
                  </a:lnTo>
                  <a:lnTo>
                    <a:pt x="515265" y="455970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0" y="537758"/>
                  </a:lnTo>
                  <a:lnTo>
                    <a:pt x="382015" y="554796"/>
                  </a:lnTo>
                  <a:lnTo>
                    <a:pt x="341495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B065F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72299" y="5105399"/>
              <a:ext cx="152399" cy="133349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6709568" y="5061368"/>
            <a:ext cx="821055" cy="71056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5"/>
              </a:spcBef>
            </a:pPr>
            <a:r>
              <a:rPr sz="1800" spc="-50" dirty="0">
                <a:solidFill>
                  <a:srgbClr val="B065FA"/>
                </a:solidFill>
                <a:latin typeface="Liberation Sans"/>
                <a:cs typeface="Liberation Sans"/>
              </a:rPr>
              <a:t>→</a:t>
            </a:r>
            <a:endParaRPr sz="1800">
              <a:latin typeface="Liberation Sans"/>
              <a:cs typeface="Liberation Sans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Template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772399" y="4886324"/>
            <a:ext cx="571500" cy="571500"/>
            <a:chOff x="7772399" y="4886324"/>
            <a:chExt cx="571500" cy="571500"/>
          </a:xfrm>
        </p:grpSpPr>
        <p:sp>
          <p:nvSpPr>
            <p:cNvPr id="42" name="object 42"/>
            <p:cNvSpPr/>
            <p:nvPr/>
          </p:nvSpPr>
          <p:spPr>
            <a:xfrm>
              <a:off x="7772399" y="488632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6"/>
                  </a:lnTo>
                  <a:lnTo>
                    <a:pt x="163575" y="544064"/>
                  </a:lnTo>
                  <a:lnTo>
                    <a:pt x="126995" y="523341"/>
                  </a:lnTo>
                  <a:lnTo>
                    <a:pt x="93851" y="497476"/>
                  </a:lnTo>
                  <a:lnTo>
                    <a:pt x="64861" y="467027"/>
                  </a:lnTo>
                  <a:lnTo>
                    <a:pt x="40652" y="432654"/>
                  </a:lnTo>
                  <a:lnTo>
                    <a:pt x="21750" y="395101"/>
                  </a:lnTo>
                  <a:lnTo>
                    <a:pt x="8563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9"/>
                  </a:lnTo>
                  <a:lnTo>
                    <a:pt x="5490" y="230002"/>
                  </a:lnTo>
                  <a:lnTo>
                    <a:pt x="16702" y="189483"/>
                  </a:lnTo>
                  <a:lnTo>
                    <a:pt x="33740" y="151047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2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9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5" y="5490"/>
                  </a:lnTo>
                  <a:lnTo>
                    <a:pt x="382015" y="16703"/>
                  </a:lnTo>
                  <a:lnTo>
                    <a:pt x="420450" y="33740"/>
                  </a:lnTo>
                  <a:lnTo>
                    <a:pt x="455970" y="56232"/>
                  </a:lnTo>
                  <a:lnTo>
                    <a:pt x="487805" y="83693"/>
                  </a:lnTo>
                  <a:lnTo>
                    <a:pt x="515265" y="115528"/>
                  </a:lnTo>
                  <a:lnTo>
                    <a:pt x="537757" y="151048"/>
                  </a:lnTo>
                  <a:lnTo>
                    <a:pt x="554795" y="189483"/>
                  </a:lnTo>
                  <a:lnTo>
                    <a:pt x="566007" y="230002"/>
                  </a:lnTo>
                  <a:lnTo>
                    <a:pt x="571155" y="271729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7" y="341497"/>
                  </a:lnTo>
                  <a:lnTo>
                    <a:pt x="554795" y="382015"/>
                  </a:lnTo>
                  <a:lnTo>
                    <a:pt x="537757" y="420451"/>
                  </a:lnTo>
                  <a:lnTo>
                    <a:pt x="515265" y="455970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0" y="537758"/>
                  </a:lnTo>
                  <a:lnTo>
                    <a:pt x="382015" y="554796"/>
                  </a:lnTo>
                  <a:lnTo>
                    <a:pt x="341495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B065F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81949" y="5097444"/>
              <a:ext cx="150829" cy="150829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7770266" y="5061368"/>
            <a:ext cx="727710" cy="71056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5"/>
              </a:spcBef>
            </a:pPr>
            <a:r>
              <a:rPr sz="1800" spc="-50" dirty="0">
                <a:solidFill>
                  <a:srgbClr val="B065FA"/>
                </a:solidFill>
                <a:latin typeface="Liberation Sans"/>
                <a:cs typeface="Liberation Sans"/>
              </a:rPr>
              <a:t>→</a:t>
            </a:r>
            <a:endParaRPr sz="1800">
              <a:latin typeface="Liberation Sans"/>
              <a:cs typeface="Liberation Sans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350" spc="-65" dirty="0">
                <a:solidFill>
                  <a:srgbClr val="A0AEBF"/>
                </a:solidFill>
                <a:latin typeface="Arial"/>
                <a:cs typeface="Arial"/>
              </a:rPr>
              <a:t>Data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Arial"/>
                <a:cs typeface="Arial"/>
              </a:rPr>
              <a:t>Fill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8734424" y="4886324"/>
            <a:ext cx="571500" cy="571500"/>
            <a:chOff x="8734424" y="4886324"/>
            <a:chExt cx="571500" cy="571500"/>
          </a:xfrm>
        </p:grpSpPr>
        <p:sp>
          <p:nvSpPr>
            <p:cNvPr id="46" name="object 46"/>
            <p:cNvSpPr/>
            <p:nvPr/>
          </p:nvSpPr>
          <p:spPr>
            <a:xfrm>
              <a:off x="8734424" y="488632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2" y="559196"/>
                  </a:lnTo>
                  <a:lnTo>
                    <a:pt x="163575" y="544064"/>
                  </a:lnTo>
                  <a:lnTo>
                    <a:pt x="126995" y="523341"/>
                  </a:lnTo>
                  <a:lnTo>
                    <a:pt x="93852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9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7"/>
                  </a:lnTo>
                  <a:lnTo>
                    <a:pt x="56233" y="115528"/>
                  </a:lnTo>
                  <a:lnTo>
                    <a:pt x="83694" y="83693"/>
                  </a:lnTo>
                  <a:lnTo>
                    <a:pt x="115528" y="56232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9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5" y="5490"/>
                  </a:lnTo>
                  <a:lnTo>
                    <a:pt x="382015" y="16703"/>
                  </a:lnTo>
                  <a:lnTo>
                    <a:pt x="420451" y="33740"/>
                  </a:lnTo>
                  <a:lnTo>
                    <a:pt x="455970" y="56232"/>
                  </a:lnTo>
                  <a:lnTo>
                    <a:pt x="487805" y="83693"/>
                  </a:lnTo>
                  <a:lnTo>
                    <a:pt x="515265" y="115528"/>
                  </a:lnTo>
                  <a:lnTo>
                    <a:pt x="537758" y="151048"/>
                  </a:lnTo>
                  <a:lnTo>
                    <a:pt x="554795" y="189483"/>
                  </a:lnTo>
                  <a:lnTo>
                    <a:pt x="566008" y="230002"/>
                  </a:lnTo>
                  <a:lnTo>
                    <a:pt x="571155" y="271729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8" y="341497"/>
                  </a:lnTo>
                  <a:lnTo>
                    <a:pt x="554795" y="382015"/>
                  </a:lnTo>
                  <a:lnTo>
                    <a:pt x="537757" y="420451"/>
                  </a:lnTo>
                  <a:lnTo>
                    <a:pt x="515265" y="455970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5" y="554796"/>
                  </a:lnTo>
                  <a:lnTo>
                    <a:pt x="341495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B065F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34211" y="5105399"/>
              <a:ext cx="171955" cy="133349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8737351" y="5061368"/>
            <a:ext cx="728345" cy="71056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5"/>
              </a:spcBef>
            </a:pPr>
            <a:r>
              <a:rPr sz="1800" spc="-50" dirty="0">
                <a:solidFill>
                  <a:srgbClr val="B065FA"/>
                </a:solidFill>
                <a:latin typeface="Liberation Sans"/>
                <a:cs typeface="Liberation Sans"/>
              </a:rPr>
              <a:t>→</a:t>
            </a:r>
            <a:endParaRPr sz="1800">
              <a:latin typeface="Liberation Sans"/>
              <a:cs typeface="Liberation Sans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Preview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9744074" y="4886324"/>
            <a:ext cx="571500" cy="571500"/>
            <a:chOff x="9744074" y="4886324"/>
            <a:chExt cx="571500" cy="571500"/>
          </a:xfrm>
        </p:grpSpPr>
        <p:sp>
          <p:nvSpPr>
            <p:cNvPr id="50" name="object 50"/>
            <p:cNvSpPr/>
            <p:nvPr/>
          </p:nvSpPr>
          <p:spPr>
            <a:xfrm>
              <a:off x="9744074" y="488632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6"/>
                  </a:lnTo>
                  <a:lnTo>
                    <a:pt x="163574" y="544064"/>
                  </a:lnTo>
                  <a:lnTo>
                    <a:pt x="126994" y="523341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49" y="395101"/>
                  </a:lnTo>
                  <a:lnTo>
                    <a:pt x="8562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9"/>
                  </a:lnTo>
                  <a:lnTo>
                    <a:pt x="5489" y="230002"/>
                  </a:lnTo>
                  <a:lnTo>
                    <a:pt x="16702" y="189483"/>
                  </a:lnTo>
                  <a:lnTo>
                    <a:pt x="33739" y="151047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2"/>
                  </a:lnTo>
                  <a:lnTo>
                    <a:pt x="151047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0" y="56232"/>
                  </a:lnTo>
                  <a:lnTo>
                    <a:pt x="487805" y="83693"/>
                  </a:lnTo>
                  <a:lnTo>
                    <a:pt x="515265" y="115528"/>
                  </a:lnTo>
                  <a:lnTo>
                    <a:pt x="537757" y="151048"/>
                  </a:lnTo>
                  <a:lnTo>
                    <a:pt x="554795" y="189483"/>
                  </a:lnTo>
                  <a:lnTo>
                    <a:pt x="566008" y="230002"/>
                  </a:lnTo>
                  <a:lnTo>
                    <a:pt x="571156" y="271729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8" y="341497"/>
                  </a:lnTo>
                  <a:lnTo>
                    <a:pt x="554795" y="382015"/>
                  </a:lnTo>
                  <a:lnTo>
                    <a:pt x="537757" y="420451"/>
                  </a:lnTo>
                  <a:lnTo>
                    <a:pt x="515265" y="455970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B065F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972674" y="5095874"/>
              <a:ext cx="114299" cy="152399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9692976" y="5538317"/>
            <a:ext cx="670560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70" dirty="0">
                <a:solidFill>
                  <a:srgbClr val="A0AEBF"/>
                </a:solidFill>
                <a:latin typeface="Arial"/>
                <a:cs typeface="Arial"/>
              </a:rPr>
              <a:t>Generate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1524000"/>
          </a:xfrm>
          <a:custGeom>
            <a:avLst/>
            <a:gdLst/>
            <a:ahLst/>
            <a:cxnLst/>
            <a:rect l="l" t="t" r="r" b="b"/>
            <a:pathLst>
              <a:path w="12192000" h="1524000">
                <a:moveTo>
                  <a:pt x="12191999" y="1523999"/>
                </a:moveTo>
                <a:lnTo>
                  <a:pt x="0" y="1523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523999"/>
                </a:lnTo>
                <a:close/>
              </a:path>
            </a:pathLst>
          </a:custGeom>
          <a:solidFill>
            <a:srgbClr val="171B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5333999"/>
            <a:ext cx="12192000" cy="1524000"/>
          </a:xfrm>
          <a:custGeom>
            <a:avLst/>
            <a:gdLst/>
            <a:ahLst/>
            <a:cxnLst/>
            <a:rect l="l" t="t" r="r" b="b"/>
            <a:pathLst>
              <a:path w="12192000" h="1524000">
                <a:moveTo>
                  <a:pt x="12191999" y="1523999"/>
                </a:moveTo>
                <a:lnTo>
                  <a:pt x="0" y="1523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523999"/>
                </a:lnTo>
                <a:close/>
              </a:path>
            </a:pathLst>
          </a:custGeom>
          <a:solidFill>
            <a:srgbClr val="171B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78549" y="2349571"/>
            <a:ext cx="4582160" cy="825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1500" spc="-110" dirty="0">
                <a:solidFill>
                  <a:srgbClr val="4A5462"/>
                </a:solidFill>
                <a:latin typeface="Arial"/>
                <a:cs typeface="Arial"/>
              </a:rPr>
              <a:t>Our</a:t>
            </a:r>
            <a:r>
              <a:rPr sz="1500" spc="-15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500" spc="-40" dirty="0">
                <a:solidFill>
                  <a:srgbClr val="4A5462"/>
                </a:solidFill>
                <a:latin typeface="Arial"/>
                <a:cs typeface="Arial"/>
              </a:rPr>
              <a:t>Certificate</a:t>
            </a:r>
            <a:r>
              <a:rPr sz="1500" spc="-5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500" spc="-75" dirty="0">
                <a:solidFill>
                  <a:srgbClr val="4A5462"/>
                </a:solidFill>
                <a:latin typeface="Arial"/>
                <a:cs typeface="Arial"/>
              </a:rPr>
              <a:t>Generator</a:t>
            </a:r>
            <a:r>
              <a:rPr sz="1500" spc="-15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500" spc="-85" dirty="0">
                <a:solidFill>
                  <a:srgbClr val="4A5462"/>
                </a:solidFill>
                <a:latin typeface="Arial"/>
                <a:cs typeface="Arial"/>
              </a:rPr>
              <a:t>System</a:t>
            </a:r>
            <a:r>
              <a:rPr sz="1500" spc="-15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500" spc="-65" dirty="0">
                <a:solidFill>
                  <a:srgbClr val="4A5462"/>
                </a:solidFill>
                <a:latin typeface="Arial"/>
                <a:cs typeface="Arial"/>
              </a:rPr>
              <a:t>provides</a:t>
            </a:r>
            <a:r>
              <a:rPr sz="1500" spc="-15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500" spc="-90" dirty="0">
                <a:solidFill>
                  <a:srgbClr val="4A5462"/>
                </a:solidFill>
                <a:latin typeface="Arial"/>
                <a:cs typeface="Arial"/>
              </a:rPr>
              <a:t>an</a:t>
            </a:r>
            <a:r>
              <a:rPr sz="1500" spc="-15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500" spc="-35" dirty="0">
                <a:solidFill>
                  <a:srgbClr val="4A5462"/>
                </a:solidFill>
                <a:latin typeface="Arial"/>
                <a:cs typeface="Arial"/>
              </a:rPr>
              <a:t>intuitive</a:t>
            </a:r>
            <a:r>
              <a:rPr sz="1500" spc="-5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500" spc="-60" dirty="0">
                <a:solidFill>
                  <a:srgbClr val="4A5462"/>
                </a:solidFill>
                <a:latin typeface="Arial"/>
                <a:cs typeface="Arial"/>
              </a:rPr>
              <a:t>user</a:t>
            </a:r>
            <a:r>
              <a:rPr sz="1500" spc="-2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500" spc="-80" dirty="0">
                <a:solidFill>
                  <a:srgbClr val="4A5462"/>
                </a:solidFill>
                <a:latin typeface="Arial"/>
                <a:cs typeface="Arial"/>
              </a:rPr>
              <a:t>experience</a:t>
            </a:r>
            <a:r>
              <a:rPr sz="1500" spc="-5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500" spc="-40" dirty="0">
                <a:solidFill>
                  <a:srgbClr val="4A5462"/>
                </a:solidFill>
                <a:latin typeface="Arial"/>
                <a:cs typeface="Arial"/>
              </a:rPr>
              <a:t>through</a:t>
            </a:r>
            <a:r>
              <a:rPr sz="1500" spc="-15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500" spc="-110" dirty="0">
                <a:solidFill>
                  <a:srgbClr val="4A5462"/>
                </a:solidFill>
                <a:latin typeface="Arial"/>
                <a:cs typeface="Arial"/>
              </a:rPr>
              <a:t>a</a:t>
            </a:r>
            <a:r>
              <a:rPr sz="1500" spc="-15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500" spc="-60" dirty="0">
                <a:solidFill>
                  <a:srgbClr val="4A5462"/>
                </a:solidFill>
                <a:latin typeface="Arial"/>
                <a:cs typeface="Arial"/>
              </a:rPr>
              <a:t>series</a:t>
            </a:r>
            <a:r>
              <a:rPr sz="1500" spc="-15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4A5462"/>
                </a:solidFill>
                <a:latin typeface="Arial"/>
                <a:cs typeface="Arial"/>
              </a:rPr>
              <a:t>of</a:t>
            </a:r>
            <a:r>
              <a:rPr sz="1500" spc="-15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500" b="1" spc="-75" dirty="0">
                <a:solidFill>
                  <a:srgbClr val="B065FA"/>
                </a:solidFill>
                <a:latin typeface="Arial"/>
                <a:cs typeface="Arial"/>
              </a:rPr>
              <a:t>carefully</a:t>
            </a:r>
            <a:r>
              <a:rPr sz="1500" b="1" spc="-155" dirty="0">
                <a:solidFill>
                  <a:srgbClr val="B065FA"/>
                </a:solidFill>
                <a:latin typeface="Arial"/>
                <a:cs typeface="Arial"/>
              </a:rPr>
              <a:t> </a:t>
            </a:r>
            <a:r>
              <a:rPr sz="1500" b="1" spc="-95" dirty="0">
                <a:solidFill>
                  <a:srgbClr val="B065FA"/>
                </a:solidFill>
                <a:latin typeface="Arial"/>
                <a:cs typeface="Arial"/>
              </a:rPr>
              <a:t>designed</a:t>
            </a:r>
            <a:r>
              <a:rPr sz="1500" b="1" spc="-155" dirty="0">
                <a:solidFill>
                  <a:srgbClr val="B065FA"/>
                </a:solidFill>
                <a:latin typeface="Arial"/>
                <a:cs typeface="Arial"/>
              </a:rPr>
              <a:t> </a:t>
            </a:r>
            <a:r>
              <a:rPr sz="1500" b="1" spc="-95" dirty="0">
                <a:solidFill>
                  <a:srgbClr val="B065FA"/>
                </a:solidFill>
                <a:latin typeface="Arial"/>
                <a:cs typeface="Arial"/>
              </a:rPr>
              <a:t>screens</a:t>
            </a:r>
            <a:r>
              <a:rPr sz="1500" b="1" spc="-65" dirty="0">
                <a:solidFill>
                  <a:srgbClr val="B065FA"/>
                </a:solidFill>
                <a:latin typeface="Arial"/>
                <a:cs typeface="Arial"/>
              </a:rPr>
              <a:t> </a:t>
            </a:r>
            <a:r>
              <a:rPr sz="1500" spc="5" dirty="0">
                <a:solidFill>
                  <a:srgbClr val="4A5462"/>
                </a:solidFill>
                <a:latin typeface="Arial"/>
                <a:cs typeface="Arial"/>
              </a:rPr>
              <a:t>that</a:t>
            </a:r>
            <a:r>
              <a:rPr sz="1500" spc="-15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500" spc="-80" dirty="0">
                <a:solidFill>
                  <a:srgbClr val="4A5462"/>
                </a:solidFill>
                <a:latin typeface="Arial"/>
                <a:cs typeface="Arial"/>
              </a:rPr>
              <a:t>guide</a:t>
            </a:r>
            <a:r>
              <a:rPr sz="1500" spc="-5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500" spc="-65" dirty="0">
                <a:solidFill>
                  <a:srgbClr val="4A5462"/>
                </a:solidFill>
                <a:latin typeface="Arial"/>
                <a:cs typeface="Arial"/>
              </a:rPr>
              <a:t>users</a:t>
            </a:r>
            <a:r>
              <a:rPr sz="1500" spc="-15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500" spc="-40" dirty="0">
                <a:solidFill>
                  <a:srgbClr val="4A5462"/>
                </a:solidFill>
                <a:latin typeface="Arial"/>
                <a:cs typeface="Arial"/>
              </a:rPr>
              <a:t>through</a:t>
            </a:r>
            <a:r>
              <a:rPr sz="1500" spc="-15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500" spc="-50" dirty="0">
                <a:solidFill>
                  <a:srgbClr val="4A5462"/>
                </a:solidFill>
                <a:latin typeface="Arial"/>
                <a:cs typeface="Arial"/>
              </a:rPr>
              <a:t>the </a:t>
            </a:r>
            <a:r>
              <a:rPr sz="1500" spc="-30" dirty="0">
                <a:solidFill>
                  <a:srgbClr val="4A5462"/>
                </a:solidFill>
                <a:latin typeface="Arial"/>
                <a:cs typeface="Arial"/>
              </a:rPr>
              <a:t>certificate</a:t>
            </a:r>
            <a:r>
              <a:rPr sz="1500" spc="-5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500" spc="-45" dirty="0">
                <a:solidFill>
                  <a:srgbClr val="4A5462"/>
                </a:solidFill>
                <a:latin typeface="Arial"/>
                <a:cs typeface="Arial"/>
              </a:rPr>
              <a:t>creation</a:t>
            </a:r>
            <a:r>
              <a:rPr sz="1500" spc="-15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500" spc="-65" dirty="0">
                <a:solidFill>
                  <a:srgbClr val="4A5462"/>
                </a:solidFill>
                <a:latin typeface="Arial"/>
                <a:cs typeface="Arial"/>
              </a:rPr>
              <a:t>process.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191249" y="3428999"/>
            <a:ext cx="266700" cy="266700"/>
            <a:chOff x="6191249" y="3428999"/>
            <a:chExt cx="266700" cy="266700"/>
          </a:xfrm>
        </p:grpSpPr>
        <p:sp>
          <p:nvSpPr>
            <p:cNvPr id="6" name="object 6"/>
            <p:cNvSpPr/>
            <p:nvPr/>
          </p:nvSpPr>
          <p:spPr>
            <a:xfrm>
              <a:off x="6191249" y="34289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39" y="260958"/>
                  </a:lnTo>
                  <a:lnTo>
                    <a:pt x="59263" y="244226"/>
                  </a:lnTo>
                  <a:lnTo>
                    <a:pt x="30266" y="217946"/>
                  </a:lnTo>
                  <a:lnTo>
                    <a:pt x="10149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59" y="126798"/>
                  </a:lnTo>
                  <a:lnTo>
                    <a:pt x="7790" y="88432"/>
                  </a:lnTo>
                  <a:lnTo>
                    <a:pt x="26245" y="53906"/>
                  </a:lnTo>
                  <a:lnTo>
                    <a:pt x="53905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6" y="7791"/>
                  </a:lnTo>
                  <a:lnTo>
                    <a:pt x="212792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0"/>
                  </a:lnTo>
                  <a:lnTo>
                    <a:pt x="258908" y="178266"/>
                  </a:lnTo>
                  <a:lnTo>
                    <a:pt x="240452" y="212792"/>
                  </a:lnTo>
                  <a:lnTo>
                    <a:pt x="212792" y="240453"/>
                  </a:lnTo>
                  <a:lnTo>
                    <a:pt x="178266" y="258907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B06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8399" y="3495674"/>
              <a:ext cx="152399" cy="133349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6191249" y="3838574"/>
            <a:ext cx="266700" cy="266700"/>
            <a:chOff x="6191249" y="3838574"/>
            <a:chExt cx="266700" cy="266700"/>
          </a:xfrm>
        </p:grpSpPr>
        <p:sp>
          <p:nvSpPr>
            <p:cNvPr id="9" name="object 9"/>
            <p:cNvSpPr/>
            <p:nvPr/>
          </p:nvSpPr>
          <p:spPr>
            <a:xfrm>
              <a:off x="6191249" y="383857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39" y="260959"/>
                  </a:lnTo>
                  <a:lnTo>
                    <a:pt x="59263" y="244226"/>
                  </a:lnTo>
                  <a:lnTo>
                    <a:pt x="30266" y="217947"/>
                  </a:lnTo>
                  <a:lnTo>
                    <a:pt x="10149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59" y="126798"/>
                  </a:lnTo>
                  <a:lnTo>
                    <a:pt x="7790" y="88432"/>
                  </a:lnTo>
                  <a:lnTo>
                    <a:pt x="26245" y="53906"/>
                  </a:lnTo>
                  <a:lnTo>
                    <a:pt x="53905" y="26246"/>
                  </a:lnTo>
                  <a:lnTo>
                    <a:pt x="88432" y="7790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6" y="7791"/>
                  </a:lnTo>
                  <a:lnTo>
                    <a:pt x="212792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2" y="212793"/>
                  </a:lnTo>
                  <a:lnTo>
                    <a:pt x="212792" y="240453"/>
                  </a:lnTo>
                  <a:lnTo>
                    <a:pt x="178266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B06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8399" y="3895724"/>
              <a:ext cx="152399" cy="15239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559550" y="3433292"/>
            <a:ext cx="2991485" cy="643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60" dirty="0">
                <a:latin typeface="Arial"/>
                <a:cs typeface="Arial"/>
              </a:rPr>
              <a:t>Login</a:t>
            </a:r>
            <a:r>
              <a:rPr sz="1350" spc="-125" dirty="0">
                <a:latin typeface="Arial"/>
                <a:cs typeface="Arial"/>
              </a:rPr>
              <a:t> Page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with</a:t>
            </a:r>
            <a:r>
              <a:rPr sz="1350" spc="-120" dirty="0">
                <a:latin typeface="Arial"/>
                <a:cs typeface="Arial"/>
              </a:rPr>
              <a:t> </a:t>
            </a:r>
            <a:r>
              <a:rPr sz="1350" spc="-55" dirty="0">
                <a:latin typeface="Arial"/>
                <a:cs typeface="Arial"/>
              </a:rPr>
              <a:t>secure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authentication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350" spc="-75" dirty="0">
                <a:latin typeface="Arial"/>
                <a:cs typeface="Arial"/>
              </a:rPr>
              <a:t>Admin</a:t>
            </a:r>
            <a:r>
              <a:rPr sz="1350" spc="-95" dirty="0">
                <a:latin typeface="Arial"/>
                <a:cs typeface="Arial"/>
              </a:rPr>
              <a:t> </a:t>
            </a:r>
            <a:r>
              <a:rPr sz="1350" spc="-70" dirty="0">
                <a:latin typeface="Arial"/>
                <a:cs typeface="Arial"/>
              </a:rPr>
              <a:t>Dashboard</a:t>
            </a:r>
            <a:r>
              <a:rPr sz="1350" spc="-95" dirty="0">
                <a:latin typeface="Arial"/>
                <a:cs typeface="Arial"/>
              </a:rPr>
              <a:t> </a:t>
            </a:r>
            <a:r>
              <a:rPr sz="1350" spc="-20" dirty="0">
                <a:latin typeface="Arial"/>
                <a:cs typeface="Arial"/>
              </a:rPr>
              <a:t>for</a:t>
            </a:r>
            <a:r>
              <a:rPr sz="1350" spc="-95" dirty="0">
                <a:latin typeface="Arial"/>
                <a:cs typeface="Arial"/>
              </a:rPr>
              <a:t> </a:t>
            </a:r>
            <a:r>
              <a:rPr sz="1350" spc="-20" dirty="0">
                <a:latin typeface="Arial"/>
                <a:cs typeface="Arial"/>
              </a:rPr>
              <a:t>project</a:t>
            </a:r>
            <a:r>
              <a:rPr sz="1350" spc="-90" dirty="0">
                <a:latin typeface="Arial"/>
                <a:cs typeface="Arial"/>
              </a:rPr>
              <a:t> </a:t>
            </a:r>
            <a:r>
              <a:rPr sz="1350" spc="-50" dirty="0">
                <a:latin typeface="Arial"/>
                <a:cs typeface="Arial"/>
              </a:rPr>
              <a:t>management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91249" y="4248149"/>
            <a:ext cx="266700" cy="266700"/>
            <a:chOff x="6191249" y="4248149"/>
            <a:chExt cx="266700" cy="266700"/>
          </a:xfrm>
        </p:grpSpPr>
        <p:sp>
          <p:nvSpPr>
            <p:cNvPr id="13" name="object 13"/>
            <p:cNvSpPr/>
            <p:nvPr/>
          </p:nvSpPr>
          <p:spPr>
            <a:xfrm>
              <a:off x="6191249" y="424814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39" y="260958"/>
                  </a:lnTo>
                  <a:lnTo>
                    <a:pt x="59263" y="244225"/>
                  </a:lnTo>
                  <a:lnTo>
                    <a:pt x="30266" y="217946"/>
                  </a:lnTo>
                  <a:lnTo>
                    <a:pt x="10149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59" y="126798"/>
                  </a:lnTo>
                  <a:lnTo>
                    <a:pt x="7790" y="88432"/>
                  </a:lnTo>
                  <a:lnTo>
                    <a:pt x="26245" y="53906"/>
                  </a:lnTo>
                  <a:lnTo>
                    <a:pt x="53905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6" y="7791"/>
                  </a:lnTo>
                  <a:lnTo>
                    <a:pt x="212792" y="26245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0"/>
                  </a:lnTo>
                  <a:lnTo>
                    <a:pt x="258908" y="178266"/>
                  </a:lnTo>
                  <a:lnTo>
                    <a:pt x="240452" y="212792"/>
                  </a:lnTo>
                  <a:lnTo>
                    <a:pt x="212792" y="240452"/>
                  </a:lnTo>
                  <a:lnTo>
                    <a:pt x="178266" y="258907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B06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48399" y="4314824"/>
              <a:ext cx="152399" cy="13334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559550" y="4252442"/>
            <a:ext cx="2895600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85" dirty="0">
                <a:latin typeface="Arial"/>
                <a:cs typeface="Arial"/>
              </a:rPr>
              <a:t>Template</a:t>
            </a:r>
            <a:r>
              <a:rPr sz="1350" dirty="0">
                <a:latin typeface="Arial"/>
                <a:cs typeface="Arial"/>
              </a:rPr>
              <a:t> </a:t>
            </a:r>
            <a:r>
              <a:rPr sz="1350" spc="-40" dirty="0">
                <a:latin typeface="Arial"/>
                <a:cs typeface="Arial"/>
              </a:rPr>
              <a:t>Selection</a:t>
            </a:r>
            <a:r>
              <a:rPr sz="1350" spc="-110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with</a:t>
            </a:r>
            <a:r>
              <a:rPr sz="1350" spc="-105" dirty="0">
                <a:latin typeface="Arial"/>
                <a:cs typeface="Arial"/>
              </a:rPr>
              <a:t> </a:t>
            </a:r>
            <a:r>
              <a:rPr sz="1350" spc="-35" dirty="0">
                <a:latin typeface="Arial"/>
                <a:cs typeface="Arial"/>
              </a:rPr>
              <a:t>multiple</a:t>
            </a:r>
            <a:r>
              <a:rPr sz="1350" dirty="0">
                <a:latin typeface="Arial"/>
                <a:cs typeface="Arial"/>
              </a:rPr>
              <a:t> </a:t>
            </a:r>
            <a:r>
              <a:rPr sz="1350" spc="-30" dirty="0">
                <a:latin typeface="Arial"/>
                <a:cs typeface="Arial"/>
              </a:rPr>
              <a:t>designs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91249" y="4657724"/>
            <a:ext cx="266700" cy="266700"/>
            <a:chOff x="6191249" y="4657724"/>
            <a:chExt cx="266700" cy="266700"/>
          </a:xfrm>
        </p:grpSpPr>
        <p:sp>
          <p:nvSpPr>
            <p:cNvPr id="17" name="object 17"/>
            <p:cNvSpPr/>
            <p:nvPr/>
          </p:nvSpPr>
          <p:spPr>
            <a:xfrm>
              <a:off x="6191249" y="465772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39" y="260959"/>
                  </a:lnTo>
                  <a:lnTo>
                    <a:pt x="59263" y="244225"/>
                  </a:lnTo>
                  <a:lnTo>
                    <a:pt x="30266" y="217947"/>
                  </a:lnTo>
                  <a:lnTo>
                    <a:pt x="10149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59" y="126798"/>
                  </a:lnTo>
                  <a:lnTo>
                    <a:pt x="7790" y="88432"/>
                  </a:lnTo>
                  <a:lnTo>
                    <a:pt x="26245" y="53905"/>
                  </a:lnTo>
                  <a:lnTo>
                    <a:pt x="53905" y="26245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6" y="7791"/>
                  </a:lnTo>
                  <a:lnTo>
                    <a:pt x="212792" y="26245"/>
                  </a:lnTo>
                  <a:lnTo>
                    <a:pt x="240453" y="53905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0"/>
                  </a:lnTo>
                  <a:lnTo>
                    <a:pt x="258908" y="178266"/>
                  </a:lnTo>
                  <a:lnTo>
                    <a:pt x="240452" y="212793"/>
                  </a:lnTo>
                  <a:lnTo>
                    <a:pt x="212792" y="240453"/>
                  </a:lnTo>
                  <a:lnTo>
                    <a:pt x="178266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B06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8399" y="4716444"/>
              <a:ext cx="150829" cy="150829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6191249" y="5067299"/>
            <a:ext cx="266700" cy="266700"/>
            <a:chOff x="6191249" y="5067299"/>
            <a:chExt cx="266700" cy="266700"/>
          </a:xfrm>
        </p:grpSpPr>
        <p:sp>
          <p:nvSpPr>
            <p:cNvPr id="20" name="object 20"/>
            <p:cNvSpPr/>
            <p:nvPr/>
          </p:nvSpPr>
          <p:spPr>
            <a:xfrm>
              <a:off x="6191249" y="50672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39" y="260958"/>
                  </a:lnTo>
                  <a:lnTo>
                    <a:pt x="59263" y="244225"/>
                  </a:lnTo>
                  <a:lnTo>
                    <a:pt x="30266" y="217946"/>
                  </a:lnTo>
                  <a:lnTo>
                    <a:pt x="10149" y="184379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59" y="126798"/>
                  </a:lnTo>
                  <a:lnTo>
                    <a:pt x="7790" y="88432"/>
                  </a:lnTo>
                  <a:lnTo>
                    <a:pt x="26245" y="53905"/>
                  </a:lnTo>
                  <a:lnTo>
                    <a:pt x="53905" y="26245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6" y="7791"/>
                  </a:lnTo>
                  <a:lnTo>
                    <a:pt x="212792" y="26245"/>
                  </a:lnTo>
                  <a:lnTo>
                    <a:pt x="240453" y="53905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2" y="212792"/>
                  </a:lnTo>
                  <a:lnTo>
                    <a:pt x="212792" y="240453"/>
                  </a:lnTo>
                  <a:lnTo>
                    <a:pt x="178266" y="258907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B06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48399" y="5124449"/>
              <a:ext cx="152399" cy="15239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559550" y="4662017"/>
            <a:ext cx="2933065" cy="643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25" dirty="0">
                <a:latin typeface="Arial"/>
                <a:cs typeface="Arial"/>
              </a:rPr>
              <a:t>Certificate</a:t>
            </a:r>
            <a:r>
              <a:rPr sz="1350" spc="5" dirty="0">
                <a:latin typeface="Arial"/>
                <a:cs typeface="Arial"/>
              </a:rPr>
              <a:t> </a:t>
            </a:r>
            <a:r>
              <a:rPr sz="1350" spc="-45" dirty="0">
                <a:latin typeface="Arial"/>
                <a:cs typeface="Arial"/>
              </a:rPr>
              <a:t>Editing</a:t>
            </a:r>
            <a:r>
              <a:rPr sz="1350" spc="-105" dirty="0">
                <a:latin typeface="Arial"/>
                <a:cs typeface="Arial"/>
              </a:rPr>
              <a:t> </a:t>
            </a:r>
            <a:r>
              <a:rPr sz="1300" spc="-85" dirty="0">
                <a:latin typeface="Comic Sans MS"/>
                <a:cs typeface="Comic Sans MS"/>
              </a:rPr>
              <a:t>&amp;</a:t>
            </a:r>
            <a:r>
              <a:rPr sz="1300" spc="-114" dirty="0">
                <a:latin typeface="Comic Sans MS"/>
                <a:cs typeface="Comic Sans MS"/>
              </a:rPr>
              <a:t> </a:t>
            </a:r>
            <a:r>
              <a:rPr sz="1350" spc="-80" dirty="0">
                <a:latin typeface="Arial"/>
                <a:cs typeface="Arial"/>
              </a:rPr>
              <a:t>Preview</a:t>
            </a:r>
            <a:r>
              <a:rPr sz="1350" spc="-105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functionality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350" spc="-85" dirty="0">
                <a:latin typeface="Arial"/>
                <a:cs typeface="Arial"/>
              </a:rPr>
              <a:t>Final</a:t>
            </a:r>
            <a:r>
              <a:rPr sz="1350" spc="-90" dirty="0">
                <a:latin typeface="Arial"/>
                <a:cs typeface="Arial"/>
              </a:rPr>
              <a:t> </a:t>
            </a:r>
            <a:r>
              <a:rPr sz="1350" spc="-70" dirty="0">
                <a:latin typeface="Arial"/>
                <a:cs typeface="Arial"/>
              </a:rPr>
              <a:t>Download</a:t>
            </a:r>
            <a:r>
              <a:rPr sz="1350" spc="-80" dirty="0">
                <a:latin typeface="Arial"/>
                <a:cs typeface="Arial"/>
              </a:rPr>
              <a:t> </a:t>
            </a:r>
            <a:r>
              <a:rPr sz="1350" spc="-35" dirty="0">
                <a:latin typeface="Arial"/>
                <a:cs typeface="Arial"/>
              </a:rPr>
              <a:t>in</a:t>
            </a:r>
            <a:r>
              <a:rPr sz="1350" spc="-80" dirty="0">
                <a:latin typeface="Arial"/>
                <a:cs typeface="Arial"/>
              </a:rPr>
              <a:t> </a:t>
            </a:r>
            <a:r>
              <a:rPr sz="1350" spc="-25" dirty="0">
                <a:latin typeface="Arial"/>
                <a:cs typeface="Arial"/>
              </a:rPr>
              <a:t>high-</a:t>
            </a:r>
            <a:r>
              <a:rPr sz="1350" spc="-30" dirty="0">
                <a:latin typeface="Arial"/>
                <a:cs typeface="Arial"/>
              </a:rPr>
              <a:t>resolution</a:t>
            </a:r>
            <a:r>
              <a:rPr sz="1350" spc="-80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format</a:t>
            </a:r>
            <a:endParaRPr sz="135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6178549" y="1523206"/>
            <a:ext cx="4537710" cy="79380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50" spc="-415" dirty="0">
                <a:solidFill>
                  <a:srgbClr val="171B24"/>
                </a:solidFill>
              </a:rPr>
              <a:t>KEY</a:t>
            </a:r>
            <a:r>
              <a:rPr sz="5050" spc="-470" dirty="0">
                <a:solidFill>
                  <a:srgbClr val="171B24"/>
                </a:solidFill>
              </a:rPr>
              <a:t> </a:t>
            </a:r>
            <a:r>
              <a:rPr sz="5050" spc="-254" dirty="0">
                <a:solidFill>
                  <a:srgbClr val="171B24"/>
                </a:solidFill>
              </a:rPr>
              <a:t>SCREENS</a:t>
            </a:r>
            <a:r>
              <a:rPr sz="5050" spc="-465" dirty="0">
                <a:solidFill>
                  <a:srgbClr val="171B24"/>
                </a:solidFill>
              </a:rPr>
              <a:t> </a:t>
            </a:r>
            <a:r>
              <a:rPr sz="5050" spc="470" dirty="0">
                <a:solidFill>
                  <a:srgbClr val="171B24"/>
                </a:solidFill>
              </a:rPr>
              <a:t>/</a:t>
            </a:r>
            <a:endParaRPr sz="5050" dirty="0"/>
          </a:p>
        </p:txBody>
      </p:sp>
      <p:sp>
        <p:nvSpPr>
          <p:cNvPr id="24" name="object 24"/>
          <p:cNvSpPr/>
          <p:nvPr/>
        </p:nvSpPr>
        <p:spPr>
          <a:xfrm>
            <a:off x="10877549" y="1523999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76199" y="1142999"/>
                </a:moveTo>
                <a:lnTo>
                  <a:pt x="0" y="1142999"/>
                </a:lnTo>
                <a:lnTo>
                  <a:pt x="0" y="0"/>
                </a:lnTo>
                <a:lnTo>
                  <a:pt x="76199" y="0"/>
                </a:lnTo>
                <a:lnTo>
                  <a:pt x="76199" y="1142999"/>
                </a:lnTo>
                <a:close/>
              </a:path>
            </a:pathLst>
          </a:custGeom>
          <a:solidFill>
            <a:srgbClr val="B065F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761999" y="1238249"/>
            <a:ext cx="11435080" cy="5624830"/>
            <a:chOff x="761999" y="1238249"/>
            <a:chExt cx="11435080" cy="5624830"/>
          </a:xfrm>
        </p:grpSpPr>
        <p:sp>
          <p:nvSpPr>
            <p:cNvPr id="26" name="object 26"/>
            <p:cNvSpPr/>
            <p:nvPr/>
          </p:nvSpPr>
          <p:spPr>
            <a:xfrm>
              <a:off x="1095374" y="1285874"/>
              <a:ext cx="4191000" cy="3714750"/>
            </a:xfrm>
            <a:custGeom>
              <a:avLst/>
              <a:gdLst/>
              <a:ahLst/>
              <a:cxnLst/>
              <a:rect l="l" t="t" r="r" b="b"/>
              <a:pathLst>
                <a:path w="4191000" h="3714750">
                  <a:moveTo>
                    <a:pt x="0" y="0"/>
                  </a:moveTo>
                  <a:lnTo>
                    <a:pt x="4190999" y="0"/>
                  </a:lnTo>
                  <a:lnTo>
                    <a:pt x="4190999" y="3714749"/>
                  </a:lnTo>
                  <a:lnTo>
                    <a:pt x="0" y="3714749"/>
                  </a:lnTo>
                  <a:lnTo>
                    <a:pt x="0" y="0"/>
                  </a:lnTo>
                  <a:close/>
                </a:path>
              </a:pathLst>
            </a:custGeom>
            <a:ln w="95249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334499" y="4000499"/>
              <a:ext cx="2857500" cy="2857500"/>
            </a:xfrm>
            <a:custGeom>
              <a:avLst/>
              <a:gdLst/>
              <a:ahLst/>
              <a:cxnLst/>
              <a:rect l="l" t="t" r="r" b="b"/>
              <a:pathLst>
                <a:path w="2857500" h="2857500">
                  <a:moveTo>
                    <a:pt x="2857499" y="2857499"/>
                  </a:moveTo>
                  <a:lnTo>
                    <a:pt x="2857499" y="2857499"/>
                  </a:lnTo>
                  <a:lnTo>
                    <a:pt x="35718" y="35718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524999" y="4000499"/>
              <a:ext cx="2667000" cy="2667000"/>
            </a:xfrm>
            <a:custGeom>
              <a:avLst/>
              <a:gdLst/>
              <a:ahLst/>
              <a:cxnLst/>
              <a:rect l="l" t="t" r="r" b="b"/>
              <a:pathLst>
                <a:path w="2667000" h="2667000">
                  <a:moveTo>
                    <a:pt x="2666999" y="2666999"/>
                  </a:moveTo>
                  <a:lnTo>
                    <a:pt x="2643187" y="2643187"/>
                  </a:lnTo>
                  <a:lnTo>
                    <a:pt x="2607468" y="2607468"/>
                  </a:lnTo>
                  <a:lnTo>
                    <a:pt x="2571749" y="2571749"/>
                  </a:lnTo>
                  <a:lnTo>
                    <a:pt x="2536030" y="2536030"/>
                  </a:lnTo>
                  <a:lnTo>
                    <a:pt x="2500312" y="2500312"/>
                  </a:lnTo>
                  <a:lnTo>
                    <a:pt x="2464593" y="2464593"/>
                  </a:lnTo>
                  <a:lnTo>
                    <a:pt x="2428874" y="2428874"/>
                  </a:lnTo>
                  <a:lnTo>
                    <a:pt x="2393155" y="2393155"/>
                  </a:lnTo>
                  <a:lnTo>
                    <a:pt x="2357437" y="2357437"/>
                  </a:lnTo>
                  <a:lnTo>
                    <a:pt x="2321718" y="2321718"/>
                  </a:lnTo>
                  <a:lnTo>
                    <a:pt x="2285999" y="2285999"/>
                  </a:lnTo>
                  <a:lnTo>
                    <a:pt x="2250280" y="2250280"/>
                  </a:lnTo>
                  <a:lnTo>
                    <a:pt x="2214562" y="2214562"/>
                  </a:lnTo>
                  <a:lnTo>
                    <a:pt x="2178843" y="2178843"/>
                  </a:lnTo>
                  <a:lnTo>
                    <a:pt x="2143124" y="2143124"/>
                  </a:lnTo>
                  <a:lnTo>
                    <a:pt x="2107405" y="2107405"/>
                  </a:lnTo>
                  <a:lnTo>
                    <a:pt x="2071687" y="2071687"/>
                  </a:lnTo>
                  <a:lnTo>
                    <a:pt x="2035968" y="2035968"/>
                  </a:lnTo>
                  <a:lnTo>
                    <a:pt x="2000249" y="2000249"/>
                  </a:lnTo>
                  <a:lnTo>
                    <a:pt x="1964530" y="1964530"/>
                  </a:lnTo>
                  <a:lnTo>
                    <a:pt x="1928812" y="1928812"/>
                  </a:lnTo>
                  <a:lnTo>
                    <a:pt x="1893093" y="1893093"/>
                  </a:lnTo>
                  <a:lnTo>
                    <a:pt x="1857374" y="1857374"/>
                  </a:lnTo>
                  <a:lnTo>
                    <a:pt x="1821656" y="1821656"/>
                  </a:lnTo>
                  <a:lnTo>
                    <a:pt x="1785937" y="1785937"/>
                  </a:lnTo>
                  <a:lnTo>
                    <a:pt x="1750218" y="1750218"/>
                  </a:lnTo>
                  <a:lnTo>
                    <a:pt x="1714499" y="1714499"/>
                  </a:lnTo>
                  <a:lnTo>
                    <a:pt x="1678781" y="1678781"/>
                  </a:lnTo>
                  <a:lnTo>
                    <a:pt x="1643062" y="1643062"/>
                  </a:lnTo>
                  <a:lnTo>
                    <a:pt x="1607343" y="1607343"/>
                  </a:lnTo>
                  <a:lnTo>
                    <a:pt x="1571624" y="1571624"/>
                  </a:lnTo>
                  <a:lnTo>
                    <a:pt x="1535906" y="1535906"/>
                  </a:lnTo>
                  <a:lnTo>
                    <a:pt x="1500187" y="1500187"/>
                  </a:lnTo>
                  <a:lnTo>
                    <a:pt x="1464468" y="1464468"/>
                  </a:lnTo>
                  <a:lnTo>
                    <a:pt x="1428749" y="1428749"/>
                  </a:lnTo>
                  <a:lnTo>
                    <a:pt x="1393031" y="1393031"/>
                  </a:lnTo>
                  <a:lnTo>
                    <a:pt x="1357312" y="1357312"/>
                  </a:lnTo>
                  <a:lnTo>
                    <a:pt x="1321593" y="1321593"/>
                  </a:lnTo>
                  <a:lnTo>
                    <a:pt x="1285874" y="1285874"/>
                  </a:lnTo>
                  <a:lnTo>
                    <a:pt x="1250156" y="1250156"/>
                  </a:lnTo>
                  <a:lnTo>
                    <a:pt x="1214437" y="1214437"/>
                  </a:lnTo>
                  <a:lnTo>
                    <a:pt x="1178718" y="1178718"/>
                  </a:lnTo>
                  <a:lnTo>
                    <a:pt x="1142999" y="1142999"/>
                  </a:lnTo>
                  <a:lnTo>
                    <a:pt x="1107281" y="1107281"/>
                  </a:lnTo>
                  <a:lnTo>
                    <a:pt x="1071562" y="1071562"/>
                  </a:lnTo>
                  <a:lnTo>
                    <a:pt x="1035843" y="1035843"/>
                  </a:lnTo>
                  <a:lnTo>
                    <a:pt x="1000124" y="1000124"/>
                  </a:lnTo>
                  <a:lnTo>
                    <a:pt x="964406" y="964406"/>
                  </a:lnTo>
                  <a:lnTo>
                    <a:pt x="928687" y="928687"/>
                  </a:lnTo>
                  <a:lnTo>
                    <a:pt x="892968" y="892968"/>
                  </a:lnTo>
                  <a:lnTo>
                    <a:pt x="857249" y="857249"/>
                  </a:lnTo>
                  <a:lnTo>
                    <a:pt x="821531" y="821531"/>
                  </a:lnTo>
                  <a:lnTo>
                    <a:pt x="785812" y="785812"/>
                  </a:lnTo>
                  <a:lnTo>
                    <a:pt x="750093" y="750093"/>
                  </a:lnTo>
                  <a:lnTo>
                    <a:pt x="714374" y="714374"/>
                  </a:lnTo>
                  <a:lnTo>
                    <a:pt x="678656" y="678656"/>
                  </a:lnTo>
                  <a:lnTo>
                    <a:pt x="642937" y="642937"/>
                  </a:lnTo>
                  <a:lnTo>
                    <a:pt x="607218" y="607218"/>
                  </a:lnTo>
                  <a:lnTo>
                    <a:pt x="571499" y="571499"/>
                  </a:lnTo>
                  <a:lnTo>
                    <a:pt x="535781" y="535781"/>
                  </a:lnTo>
                  <a:lnTo>
                    <a:pt x="500062" y="500062"/>
                  </a:lnTo>
                  <a:lnTo>
                    <a:pt x="464343" y="464343"/>
                  </a:lnTo>
                  <a:lnTo>
                    <a:pt x="428624" y="428624"/>
                  </a:lnTo>
                  <a:lnTo>
                    <a:pt x="392906" y="392906"/>
                  </a:lnTo>
                  <a:lnTo>
                    <a:pt x="357187" y="357187"/>
                  </a:lnTo>
                  <a:lnTo>
                    <a:pt x="321468" y="321468"/>
                  </a:lnTo>
                  <a:lnTo>
                    <a:pt x="285749" y="285749"/>
                  </a:lnTo>
                  <a:lnTo>
                    <a:pt x="250031" y="250031"/>
                  </a:lnTo>
                  <a:lnTo>
                    <a:pt x="214312" y="214312"/>
                  </a:lnTo>
                  <a:lnTo>
                    <a:pt x="178593" y="178593"/>
                  </a:lnTo>
                  <a:lnTo>
                    <a:pt x="142874" y="142874"/>
                  </a:lnTo>
                  <a:lnTo>
                    <a:pt x="107156" y="107156"/>
                  </a:lnTo>
                  <a:lnTo>
                    <a:pt x="71437" y="71437"/>
                  </a:lnTo>
                  <a:lnTo>
                    <a:pt x="35718" y="35718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715499" y="4000499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2476499" y="2476499"/>
                  </a:moveTo>
                  <a:lnTo>
                    <a:pt x="2464593" y="2464593"/>
                  </a:lnTo>
                  <a:lnTo>
                    <a:pt x="2428874" y="2428874"/>
                  </a:lnTo>
                  <a:lnTo>
                    <a:pt x="2393155" y="2393155"/>
                  </a:lnTo>
                  <a:lnTo>
                    <a:pt x="2357437" y="2357437"/>
                  </a:lnTo>
                  <a:lnTo>
                    <a:pt x="2321718" y="2321718"/>
                  </a:lnTo>
                  <a:lnTo>
                    <a:pt x="2285999" y="2285999"/>
                  </a:lnTo>
                  <a:lnTo>
                    <a:pt x="2250280" y="2250280"/>
                  </a:lnTo>
                  <a:lnTo>
                    <a:pt x="2214562" y="2214562"/>
                  </a:lnTo>
                  <a:lnTo>
                    <a:pt x="2178843" y="2178843"/>
                  </a:lnTo>
                  <a:lnTo>
                    <a:pt x="2143124" y="2143124"/>
                  </a:lnTo>
                  <a:lnTo>
                    <a:pt x="2107405" y="2107405"/>
                  </a:lnTo>
                  <a:lnTo>
                    <a:pt x="2071687" y="2071687"/>
                  </a:lnTo>
                  <a:lnTo>
                    <a:pt x="2035968" y="2035968"/>
                  </a:lnTo>
                  <a:lnTo>
                    <a:pt x="2000249" y="2000249"/>
                  </a:lnTo>
                  <a:lnTo>
                    <a:pt x="1964530" y="1964530"/>
                  </a:lnTo>
                  <a:lnTo>
                    <a:pt x="1928812" y="1928812"/>
                  </a:lnTo>
                  <a:lnTo>
                    <a:pt x="1893093" y="1893093"/>
                  </a:lnTo>
                  <a:lnTo>
                    <a:pt x="1857374" y="1857374"/>
                  </a:lnTo>
                  <a:lnTo>
                    <a:pt x="1821656" y="1821656"/>
                  </a:lnTo>
                  <a:lnTo>
                    <a:pt x="1785937" y="1785937"/>
                  </a:lnTo>
                  <a:lnTo>
                    <a:pt x="1750218" y="1750218"/>
                  </a:lnTo>
                  <a:lnTo>
                    <a:pt x="1714499" y="1714499"/>
                  </a:lnTo>
                  <a:lnTo>
                    <a:pt x="1678781" y="1678781"/>
                  </a:lnTo>
                  <a:lnTo>
                    <a:pt x="1643062" y="1643062"/>
                  </a:lnTo>
                  <a:lnTo>
                    <a:pt x="1607343" y="1607343"/>
                  </a:lnTo>
                  <a:lnTo>
                    <a:pt x="1571624" y="1571624"/>
                  </a:lnTo>
                  <a:lnTo>
                    <a:pt x="1535906" y="1535906"/>
                  </a:lnTo>
                  <a:lnTo>
                    <a:pt x="1500187" y="1500187"/>
                  </a:lnTo>
                  <a:lnTo>
                    <a:pt x="1464468" y="1464468"/>
                  </a:lnTo>
                  <a:lnTo>
                    <a:pt x="1428749" y="1428749"/>
                  </a:lnTo>
                  <a:lnTo>
                    <a:pt x="1393031" y="1393031"/>
                  </a:lnTo>
                  <a:lnTo>
                    <a:pt x="1357312" y="1357312"/>
                  </a:lnTo>
                  <a:lnTo>
                    <a:pt x="1321593" y="1321593"/>
                  </a:lnTo>
                  <a:lnTo>
                    <a:pt x="1285874" y="1285874"/>
                  </a:lnTo>
                  <a:lnTo>
                    <a:pt x="1250156" y="1250156"/>
                  </a:lnTo>
                  <a:lnTo>
                    <a:pt x="1214437" y="1214437"/>
                  </a:lnTo>
                  <a:lnTo>
                    <a:pt x="1178718" y="1178718"/>
                  </a:lnTo>
                  <a:lnTo>
                    <a:pt x="1142999" y="1142999"/>
                  </a:lnTo>
                  <a:lnTo>
                    <a:pt x="1107281" y="1107281"/>
                  </a:lnTo>
                  <a:lnTo>
                    <a:pt x="1071562" y="1071562"/>
                  </a:lnTo>
                  <a:lnTo>
                    <a:pt x="1035843" y="1035843"/>
                  </a:lnTo>
                  <a:lnTo>
                    <a:pt x="1000124" y="1000124"/>
                  </a:lnTo>
                  <a:lnTo>
                    <a:pt x="964406" y="964406"/>
                  </a:lnTo>
                  <a:lnTo>
                    <a:pt x="928687" y="928687"/>
                  </a:lnTo>
                  <a:lnTo>
                    <a:pt x="892968" y="892968"/>
                  </a:lnTo>
                  <a:lnTo>
                    <a:pt x="857249" y="857249"/>
                  </a:lnTo>
                  <a:lnTo>
                    <a:pt x="821531" y="821531"/>
                  </a:lnTo>
                  <a:lnTo>
                    <a:pt x="785812" y="785812"/>
                  </a:lnTo>
                  <a:lnTo>
                    <a:pt x="750093" y="750093"/>
                  </a:lnTo>
                  <a:lnTo>
                    <a:pt x="714374" y="714374"/>
                  </a:lnTo>
                  <a:lnTo>
                    <a:pt x="678656" y="678656"/>
                  </a:lnTo>
                  <a:lnTo>
                    <a:pt x="642937" y="642937"/>
                  </a:lnTo>
                  <a:lnTo>
                    <a:pt x="607218" y="607218"/>
                  </a:lnTo>
                  <a:lnTo>
                    <a:pt x="571499" y="571499"/>
                  </a:lnTo>
                  <a:lnTo>
                    <a:pt x="535781" y="535781"/>
                  </a:lnTo>
                  <a:lnTo>
                    <a:pt x="500062" y="500062"/>
                  </a:lnTo>
                  <a:lnTo>
                    <a:pt x="464343" y="464343"/>
                  </a:lnTo>
                  <a:lnTo>
                    <a:pt x="428624" y="428624"/>
                  </a:lnTo>
                  <a:lnTo>
                    <a:pt x="392906" y="392906"/>
                  </a:lnTo>
                  <a:lnTo>
                    <a:pt x="357187" y="357187"/>
                  </a:lnTo>
                  <a:lnTo>
                    <a:pt x="321468" y="321468"/>
                  </a:lnTo>
                  <a:lnTo>
                    <a:pt x="285749" y="285749"/>
                  </a:lnTo>
                  <a:lnTo>
                    <a:pt x="250031" y="250031"/>
                  </a:lnTo>
                  <a:lnTo>
                    <a:pt x="214312" y="214312"/>
                  </a:lnTo>
                  <a:lnTo>
                    <a:pt x="178593" y="178593"/>
                  </a:lnTo>
                  <a:lnTo>
                    <a:pt x="142874" y="142874"/>
                  </a:lnTo>
                  <a:lnTo>
                    <a:pt x="107156" y="107156"/>
                  </a:lnTo>
                  <a:lnTo>
                    <a:pt x="71437" y="71437"/>
                  </a:lnTo>
                  <a:lnTo>
                    <a:pt x="35718" y="35718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905999" y="4000499"/>
              <a:ext cx="2286000" cy="2286000"/>
            </a:xfrm>
            <a:custGeom>
              <a:avLst/>
              <a:gdLst/>
              <a:ahLst/>
              <a:cxnLst/>
              <a:rect l="l" t="t" r="r" b="b"/>
              <a:pathLst>
                <a:path w="2286000" h="2286000">
                  <a:moveTo>
                    <a:pt x="2285999" y="2285999"/>
                  </a:moveTo>
                  <a:lnTo>
                    <a:pt x="2250280" y="2250280"/>
                  </a:lnTo>
                  <a:lnTo>
                    <a:pt x="2214562" y="2214562"/>
                  </a:lnTo>
                  <a:lnTo>
                    <a:pt x="2178843" y="2178843"/>
                  </a:lnTo>
                  <a:lnTo>
                    <a:pt x="2143124" y="2143124"/>
                  </a:lnTo>
                  <a:lnTo>
                    <a:pt x="2107405" y="2107405"/>
                  </a:lnTo>
                  <a:lnTo>
                    <a:pt x="2071687" y="2071687"/>
                  </a:lnTo>
                  <a:lnTo>
                    <a:pt x="2035968" y="2035968"/>
                  </a:lnTo>
                  <a:lnTo>
                    <a:pt x="2000249" y="2000249"/>
                  </a:lnTo>
                  <a:lnTo>
                    <a:pt x="1964530" y="1964530"/>
                  </a:lnTo>
                  <a:lnTo>
                    <a:pt x="1928812" y="1928812"/>
                  </a:lnTo>
                  <a:lnTo>
                    <a:pt x="1893093" y="1893093"/>
                  </a:lnTo>
                  <a:lnTo>
                    <a:pt x="1857374" y="1857374"/>
                  </a:lnTo>
                  <a:lnTo>
                    <a:pt x="1821656" y="1821656"/>
                  </a:lnTo>
                  <a:lnTo>
                    <a:pt x="1785937" y="1785937"/>
                  </a:lnTo>
                  <a:lnTo>
                    <a:pt x="1750218" y="1750218"/>
                  </a:lnTo>
                  <a:lnTo>
                    <a:pt x="1714499" y="1714499"/>
                  </a:lnTo>
                  <a:lnTo>
                    <a:pt x="1678781" y="1678781"/>
                  </a:lnTo>
                  <a:lnTo>
                    <a:pt x="1643062" y="1643062"/>
                  </a:lnTo>
                  <a:lnTo>
                    <a:pt x="1607343" y="1607343"/>
                  </a:lnTo>
                  <a:lnTo>
                    <a:pt x="1571624" y="1571624"/>
                  </a:lnTo>
                  <a:lnTo>
                    <a:pt x="1535906" y="1535906"/>
                  </a:lnTo>
                  <a:lnTo>
                    <a:pt x="1500187" y="1500187"/>
                  </a:lnTo>
                  <a:lnTo>
                    <a:pt x="1464468" y="1464468"/>
                  </a:lnTo>
                  <a:lnTo>
                    <a:pt x="1428749" y="1428749"/>
                  </a:lnTo>
                  <a:lnTo>
                    <a:pt x="1393031" y="1393031"/>
                  </a:lnTo>
                  <a:lnTo>
                    <a:pt x="1357312" y="1357312"/>
                  </a:lnTo>
                  <a:lnTo>
                    <a:pt x="1321593" y="1321593"/>
                  </a:lnTo>
                  <a:lnTo>
                    <a:pt x="1285874" y="1285874"/>
                  </a:lnTo>
                  <a:lnTo>
                    <a:pt x="1250156" y="1250156"/>
                  </a:lnTo>
                  <a:lnTo>
                    <a:pt x="1214437" y="1214437"/>
                  </a:lnTo>
                  <a:lnTo>
                    <a:pt x="1178718" y="1178718"/>
                  </a:lnTo>
                  <a:lnTo>
                    <a:pt x="1142999" y="1142999"/>
                  </a:lnTo>
                  <a:lnTo>
                    <a:pt x="1107281" y="1107281"/>
                  </a:lnTo>
                  <a:lnTo>
                    <a:pt x="1071562" y="1071562"/>
                  </a:lnTo>
                  <a:lnTo>
                    <a:pt x="1035843" y="1035843"/>
                  </a:lnTo>
                  <a:lnTo>
                    <a:pt x="1000124" y="1000124"/>
                  </a:lnTo>
                  <a:lnTo>
                    <a:pt x="964406" y="964406"/>
                  </a:lnTo>
                  <a:lnTo>
                    <a:pt x="928687" y="928687"/>
                  </a:lnTo>
                  <a:lnTo>
                    <a:pt x="892968" y="892968"/>
                  </a:lnTo>
                  <a:lnTo>
                    <a:pt x="857249" y="857249"/>
                  </a:lnTo>
                  <a:lnTo>
                    <a:pt x="821531" y="821531"/>
                  </a:lnTo>
                  <a:lnTo>
                    <a:pt x="785812" y="785812"/>
                  </a:lnTo>
                  <a:lnTo>
                    <a:pt x="750093" y="750093"/>
                  </a:lnTo>
                  <a:lnTo>
                    <a:pt x="714374" y="714374"/>
                  </a:lnTo>
                  <a:lnTo>
                    <a:pt x="678656" y="678656"/>
                  </a:lnTo>
                  <a:lnTo>
                    <a:pt x="642937" y="642937"/>
                  </a:lnTo>
                  <a:lnTo>
                    <a:pt x="607218" y="607218"/>
                  </a:lnTo>
                  <a:lnTo>
                    <a:pt x="571499" y="571499"/>
                  </a:lnTo>
                  <a:lnTo>
                    <a:pt x="535781" y="535781"/>
                  </a:lnTo>
                  <a:lnTo>
                    <a:pt x="500062" y="500062"/>
                  </a:lnTo>
                  <a:lnTo>
                    <a:pt x="464343" y="464343"/>
                  </a:lnTo>
                  <a:lnTo>
                    <a:pt x="428624" y="428624"/>
                  </a:lnTo>
                  <a:lnTo>
                    <a:pt x="392906" y="392906"/>
                  </a:lnTo>
                  <a:lnTo>
                    <a:pt x="357187" y="357187"/>
                  </a:lnTo>
                  <a:lnTo>
                    <a:pt x="321468" y="321468"/>
                  </a:lnTo>
                  <a:lnTo>
                    <a:pt x="285749" y="285749"/>
                  </a:lnTo>
                  <a:lnTo>
                    <a:pt x="250031" y="250031"/>
                  </a:lnTo>
                  <a:lnTo>
                    <a:pt x="214312" y="214312"/>
                  </a:lnTo>
                  <a:lnTo>
                    <a:pt x="178593" y="178593"/>
                  </a:lnTo>
                  <a:lnTo>
                    <a:pt x="142874" y="142874"/>
                  </a:lnTo>
                  <a:lnTo>
                    <a:pt x="107156" y="107156"/>
                  </a:lnTo>
                  <a:lnTo>
                    <a:pt x="71437" y="71437"/>
                  </a:lnTo>
                  <a:lnTo>
                    <a:pt x="35718" y="35718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0096499" y="4000499"/>
              <a:ext cx="2095500" cy="2095500"/>
            </a:xfrm>
            <a:custGeom>
              <a:avLst/>
              <a:gdLst/>
              <a:ahLst/>
              <a:cxnLst/>
              <a:rect l="l" t="t" r="r" b="b"/>
              <a:pathLst>
                <a:path w="2095500" h="2095500">
                  <a:moveTo>
                    <a:pt x="2095499" y="2095499"/>
                  </a:moveTo>
                  <a:lnTo>
                    <a:pt x="2071687" y="2071687"/>
                  </a:lnTo>
                  <a:lnTo>
                    <a:pt x="2035968" y="2035968"/>
                  </a:lnTo>
                  <a:lnTo>
                    <a:pt x="2000249" y="2000249"/>
                  </a:lnTo>
                  <a:lnTo>
                    <a:pt x="1964530" y="1964530"/>
                  </a:lnTo>
                  <a:lnTo>
                    <a:pt x="1928812" y="1928812"/>
                  </a:lnTo>
                  <a:lnTo>
                    <a:pt x="1893093" y="1893093"/>
                  </a:lnTo>
                  <a:lnTo>
                    <a:pt x="1857374" y="1857374"/>
                  </a:lnTo>
                  <a:lnTo>
                    <a:pt x="1821656" y="1821656"/>
                  </a:lnTo>
                  <a:lnTo>
                    <a:pt x="1785937" y="1785937"/>
                  </a:lnTo>
                  <a:lnTo>
                    <a:pt x="1607343" y="1607343"/>
                  </a:lnTo>
                  <a:lnTo>
                    <a:pt x="1571624" y="1571624"/>
                  </a:lnTo>
                  <a:lnTo>
                    <a:pt x="1535906" y="1535906"/>
                  </a:lnTo>
                  <a:lnTo>
                    <a:pt x="1500187" y="1500187"/>
                  </a:lnTo>
                  <a:lnTo>
                    <a:pt x="1464468" y="1464468"/>
                  </a:lnTo>
                  <a:lnTo>
                    <a:pt x="1428749" y="1428749"/>
                  </a:lnTo>
                  <a:lnTo>
                    <a:pt x="1393031" y="1393031"/>
                  </a:lnTo>
                  <a:lnTo>
                    <a:pt x="1357312" y="1357312"/>
                  </a:lnTo>
                  <a:lnTo>
                    <a:pt x="1321593" y="1321593"/>
                  </a:lnTo>
                  <a:lnTo>
                    <a:pt x="1285874" y="1285874"/>
                  </a:lnTo>
                  <a:lnTo>
                    <a:pt x="1250156" y="1250156"/>
                  </a:lnTo>
                  <a:lnTo>
                    <a:pt x="1214437" y="1214437"/>
                  </a:lnTo>
                  <a:lnTo>
                    <a:pt x="1178718" y="1178718"/>
                  </a:lnTo>
                  <a:lnTo>
                    <a:pt x="1142999" y="1142999"/>
                  </a:lnTo>
                  <a:lnTo>
                    <a:pt x="1107281" y="1107281"/>
                  </a:lnTo>
                  <a:lnTo>
                    <a:pt x="1071562" y="1071562"/>
                  </a:lnTo>
                  <a:lnTo>
                    <a:pt x="1035843" y="1035843"/>
                  </a:lnTo>
                  <a:lnTo>
                    <a:pt x="1000124" y="1000124"/>
                  </a:lnTo>
                  <a:lnTo>
                    <a:pt x="964406" y="964406"/>
                  </a:lnTo>
                  <a:lnTo>
                    <a:pt x="928687" y="928687"/>
                  </a:lnTo>
                  <a:lnTo>
                    <a:pt x="892968" y="892968"/>
                  </a:lnTo>
                  <a:lnTo>
                    <a:pt x="857249" y="857249"/>
                  </a:lnTo>
                  <a:lnTo>
                    <a:pt x="821531" y="821531"/>
                  </a:lnTo>
                  <a:lnTo>
                    <a:pt x="785812" y="785812"/>
                  </a:lnTo>
                  <a:lnTo>
                    <a:pt x="750093" y="750093"/>
                  </a:lnTo>
                  <a:lnTo>
                    <a:pt x="714374" y="714374"/>
                  </a:lnTo>
                  <a:lnTo>
                    <a:pt x="678656" y="678656"/>
                  </a:lnTo>
                  <a:lnTo>
                    <a:pt x="642937" y="642937"/>
                  </a:lnTo>
                  <a:lnTo>
                    <a:pt x="607218" y="607218"/>
                  </a:lnTo>
                  <a:lnTo>
                    <a:pt x="571499" y="571499"/>
                  </a:lnTo>
                  <a:lnTo>
                    <a:pt x="535781" y="535781"/>
                  </a:lnTo>
                  <a:lnTo>
                    <a:pt x="500062" y="500062"/>
                  </a:lnTo>
                  <a:lnTo>
                    <a:pt x="464343" y="464343"/>
                  </a:lnTo>
                  <a:lnTo>
                    <a:pt x="428624" y="428624"/>
                  </a:lnTo>
                  <a:lnTo>
                    <a:pt x="392906" y="392906"/>
                  </a:lnTo>
                  <a:lnTo>
                    <a:pt x="357187" y="357187"/>
                  </a:lnTo>
                  <a:lnTo>
                    <a:pt x="321468" y="321468"/>
                  </a:lnTo>
                  <a:lnTo>
                    <a:pt x="285749" y="285749"/>
                  </a:lnTo>
                  <a:lnTo>
                    <a:pt x="250031" y="250031"/>
                  </a:lnTo>
                  <a:lnTo>
                    <a:pt x="214312" y="214312"/>
                  </a:lnTo>
                  <a:lnTo>
                    <a:pt x="178593" y="178593"/>
                  </a:lnTo>
                  <a:lnTo>
                    <a:pt x="142874" y="142874"/>
                  </a:lnTo>
                  <a:lnTo>
                    <a:pt x="107156" y="107156"/>
                  </a:lnTo>
                  <a:lnTo>
                    <a:pt x="71437" y="71437"/>
                  </a:lnTo>
                  <a:lnTo>
                    <a:pt x="35718" y="35718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61999" y="1523999"/>
              <a:ext cx="4286250" cy="3810000"/>
            </a:xfrm>
            <a:custGeom>
              <a:avLst/>
              <a:gdLst/>
              <a:ahLst/>
              <a:cxnLst/>
              <a:rect l="l" t="t" r="r" b="b"/>
              <a:pathLst>
                <a:path w="4286250" h="3810000">
                  <a:moveTo>
                    <a:pt x="4248149" y="3809999"/>
                  </a:moveTo>
                  <a:lnTo>
                    <a:pt x="38099" y="3809999"/>
                  </a:lnTo>
                  <a:lnTo>
                    <a:pt x="30498" y="3809302"/>
                  </a:lnTo>
                  <a:lnTo>
                    <a:pt x="697" y="3779501"/>
                  </a:lnTo>
                  <a:lnTo>
                    <a:pt x="0" y="377189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4248149" y="0"/>
                  </a:lnTo>
                  <a:lnTo>
                    <a:pt x="4283459" y="23473"/>
                  </a:lnTo>
                  <a:lnTo>
                    <a:pt x="4286249" y="38099"/>
                  </a:lnTo>
                  <a:lnTo>
                    <a:pt x="4286249" y="3771899"/>
                  </a:lnTo>
                  <a:lnTo>
                    <a:pt x="4262775" y="3807210"/>
                  </a:lnTo>
                  <a:lnTo>
                    <a:pt x="4248149" y="3809999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09637" y="1671637"/>
              <a:ext cx="3990975" cy="714375"/>
            </a:xfrm>
            <a:custGeom>
              <a:avLst/>
              <a:gdLst/>
              <a:ahLst/>
              <a:cxnLst/>
              <a:rect l="l" t="t" r="r" b="b"/>
              <a:pathLst>
                <a:path w="3990975" h="714375">
                  <a:moveTo>
                    <a:pt x="3970319" y="714374"/>
                  </a:moveTo>
                  <a:lnTo>
                    <a:pt x="20654" y="714374"/>
                  </a:lnTo>
                  <a:lnTo>
                    <a:pt x="17617" y="713770"/>
                  </a:lnTo>
                  <a:lnTo>
                    <a:pt x="0" y="693719"/>
                  </a:lnTo>
                  <a:lnTo>
                    <a:pt x="0" y="69056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3970319" y="0"/>
                  </a:lnTo>
                  <a:lnTo>
                    <a:pt x="3990973" y="20654"/>
                  </a:lnTo>
                  <a:lnTo>
                    <a:pt x="3990973" y="693719"/>
                  </a:lnTo>
                  <a:lnTo>
                    <a:pt x="3973356" y="713770"/>
                  </a:lnTo>
                  <a:lnTo>
                    <a:pt x="3970319" y="7143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09637" y="1671637"/>
              <a:ext cx="3990975" cy="714375"/>
            </a:xfrm>
            <a:custGeom>
              <a:avLst/>
              <a:gdLst/>
              <a:ahLst/>
              <a:cxnLst/>
              <a:rect l="l" t="t" r="r" b="b"/>
              <a:pathLst>
                <a:path w="3990975" h="714375">
                  <a:moveTo>
                    <a:pt x="0" y="690562"/>
                  </a:moveTo>
                  <a:lnTo>
                    <a:pt x="0" y="23812"/>
                  </a:lnTo>
                  <a:lnTo>
                    <a:pt x="0" y="20654"/>
                  </a:lnTo>
                  <a:lnTo>
                    <a:pt x="604" y="17617"/>
                  </a:lnTo>
                  <a:lnTo>
                    <a:pt x="1812" y="14699"/>
                  </a:lnTo>
                  <a:lnTo>
                    <a:pt x="3020" y="11782"/>
                  </a:lnTo>
                  <a:lnTo>
                    <a:pt x="4741" y="9207"/>
                  </a:lnTo>
                  <a:lnTo>
                    <a:pt x="6974" y="6974"/>
                  </a:lnTo>
                  <a:lnTo>
                    <a:pt x="9207" y="4741"/>
                  </a:lnTo>
                  <a:lnTo>
                    <a:pt x="11782" y="3021"/>
                  </a:lnTo>
                  <a:lnTo>
                    <a:pt x="14699" y="1812"/>
                  </a:lnTo>
                  <a:lnTo>
                    <a:pt x="17617" y="604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3967162" y="0"/>
                  </a:lnTo>
                  <a:lnTo>
                    <a:pt x="3970319" y="0"/>
                  </a:lnTo>
                  <a:lnTo>
                    <a:pt x="3973356" y="604"/>
                  </a:lnTo>
                  <a:lnTo>
                    <a:pt x="3990974" y="23812"/>
                  </a:lnTo>
                  <a:lnTo>
                    <a:pt x="3990974" y="690562"/>
                  </a:lnTo>
                  <a:lnTo>
                    <a:pt x="3967162" y="714374"/>
                  </a:lnTo>
                  <a:lnTo>
                    <a:pt x="23812" y="714374"/>
                  </a:lnTo>
                  <a:lnTo>
                    <a:pt x="0" y="693719"/>
                  </a:lnTo>
                  <a:lnTo>
                    <a:pt x="0" y="690562"/>
                  </a:lnTo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00350" y="1752599"/>
              <a:ext cx="214312" cy="17145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2481808" y="1964743"/>
            <a:ext cx="847090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spc="-60" dirty="0">
                <a:solidFill>
                  <a:srgbClr val="333333"/>
                </a:solidFill>
                <a:latin typeface="Arial"/>
                <a:cs typeface="Arial"/>
              </a:rPr>
              <a:t>Login</a:t>
            </a:r>
            <a:r>
              <a:rPr sz="1200" spc="-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333333"/>
                </a:solidFill>
                <a:latin typeface="Arial"/>
                <a:cs typeface="Arial"/>
              </a:rPr>
              <a:t>Screen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04874" y="2533649"/>
            <a:ext cx="4000500" cy="1257300"/>
            <a:chOff x="904874" y="2533649"/>
            <a:chExt cx="4000500" cy="1257300"/>
          </a:xfrm>
        </p:grpSpPr>
        <p:sp>
          <p:nvSpPr>
            <p:cNvPr id="38" name="object 38"/>
            <p:cNvSpPr/>
            <p:nvPr/>
          </p:nvSpPr>
          <p:spPr>
            <a:xfrm>
              <a:off x="909637" y="2538412"/>
              <a:ext cx="3990975" cy="1247775"/>
            </a:xfrm>
            <a:custGeom>
              <a:avLst/>
              <a:gdLst/>
              <a:ahLst/>
              <a:cxnLst/>
              <a:rect l="l" t="t" r="r" b="b"/>
              <a:pathLst>
                <a:path w="3990975" h="1247775">
                  <a:moveTo>
                    <a:pt x="3970319" y="1247774"/>
                  </a:moveTo>
                  <a:lnTo>
                    <a:pt x="20654" y="1247774"/>
                  </a:lnTo>
                  <a:lnTo>
                    <a:pt x="17617" y="1247170"/>
                  </a:lnTo>
                  <a:lnTo>
                    <a:pt x="0" y="1227119"/>
                  </a:lnTo>
                  <a:lnTo>
                    <a:pt x="0" y="122396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3970319" y="0"/>
                  </a:lnTo>
                  <a:lnTo>
                    <a:pt x="3990973" y="20654"/>
                  </a:lnTo>
                  <a:lnTo>
                    <a:pt x="3990973" y="1227119"/>
                  </a:lnTo>
                  <a:lnTo>
                    <a:pt x="3973356" y="1247170"/>
                  </a:lnTo>
                  <a:lnTo>
                    <a:pt x="3970319" y="12477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09637" y="2538412"/>
              <a:ext cx="3990975" cy="1247775"/>
            </a:xfrm>
            <a:custGeom>
              <a:avLst/>
              <a:gdLst/>
              <a:ahLst/>
              <a:cxnLst/>
              <a:rect l="l" t="t" r="r" b="b"/>
              <a:pathLst>
                <a:path w="3990975" h="1247775">
                  <a:moveTo>
                    <a:pt x="0" y="1223962"/>
                  </a:moveTo>
                  <a:lnTo>
                    <a:pt x="0" y="23812"/>
                  </a:lnTo>
                  <a:lnTo>
                    <a:pt x="0" y="20654"/>
                  </a:lnTo>
                  <a:lnTo>
                    <a:pt x="604" y="17616"/>
                  </a:lnTo>
                  <a:lnTo>
                    <a:pt x="1812" y="14699"/>
                  </a:lnTo>
                  <a:lnTo>
                    <a:pt x="3020" y="11782"/>
                  </a:lnTo>
                  <a:lnTo>
                    <a:pt x="4741" y="9207"/>
                  </a:lnTo>
                  <a:lnTo>
                    <a:pt x="6974" y="6974"/>
                  </a:lnTo>
                  <a:lnTo>
                    <a:pt x="9207" y="4741"/>
                  </a:lnTo>
                  <a:lnTo>
                    <a:pt x="11782" y="3020"/>
                  </a:lnTo>
                  <a:lnTo>
                    <a:pt x="14699" y="1812"/>
                  </a:lnTo>
                  <a:lnTo>
                    <a:pt x="17617" y="604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3967162" y="0"/>
                  </a:lnTo>
                  <a:lnTo>
                    <a:pt x="3970319" y="0"/>
                  </a:lnTo>
                  <a:lnTo>
                    <a:pt x="3973356" y="604"/>
                  </a:lnTo>
                  <a:lnTo>
                    <a:pt x="3976273" y="1812"/>
                  </a:lnTo>
                  <a:lnTo>
                    <a:pt x="3979190" y="3020"/>
                  </a:lnTo>
                  <a:lnTo>
                    <a:pt x="3990974" y="23812"/>
                  </a:lnTo>
                  <a:lnTo>
                    <a:pt x="3990974" y="1223962"/>
                  </a:lnTo>
                  <a:lnTo>
                    <a:pt x="3976273" y="1245961"/>
                  </a:lnTo>
                  <a:lnTo>
                    <a:pt x="3973356" y="1247170"/>
                  </a:lnTo>
                  <a:lnTo>
                    <a:pt x="3970319" y="1247774"/>
                  </a:lnTo>
                  <a:lnTo>
                    <a:pt x="3967162" y="1247774"/>
                  </a:lnTo>
                  <a:lnTo>
                    <a:pt x="23812" y="1247774"/>
                  </a:lnTo>
                  <a:lnTo>
                    <a:pt x="0" y="1227119"/>
                  </a:lnTo>
                  <a:lnTo>
                    <a:pt x="0" y="1223962"/>
                  </a:lnTo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9400" y="2630090"/>
              <a:ext cx="171450" cy="150018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2335212" y="2831518"/>
            <a:ext cx="1139825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spc="-70" dirty="0">
                <a:solidFill>
                  <a:srgbClr val="333333"/>
                </a:solidFill>
                <a:latin typeface="Arial"/>
                <a:cs typeface="Arial"/>
              </a:rPr>
              <a:t>Admin</a:t>
            </a:r>
            <a:r>
              <a:rPr sz="1200" spc="-9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333333"/>
                </a:solidFill>
                <a:latin typeface="Arial"/>
                <a:cs typeface="Arial"/>
              </a:rPr>
              <a:t>Dashboard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904874" y="3933824"/>
            <a:ext cx="4000500" cy="1257300"/>
            <a:chOff x="904874" y="3933824"/>
            <a:chExt cx="4000500" cy="1257300"/>
          </a:xfrm>
        </p:grpSpPr>
        <p:sp>
          <p:nvSpPr>
            <p:cNvPr id="43" name="object 43"/>
            <p:cNvSpPr/>
            <p:nvPr/>
          </p:nvSpPr>
          <p:spPr>
            <a:xfrm>
              <a:off x="909637" y="3938587"/>
              <a:ext cx="3990975" cy="1247775"/>
            </a:xfrm>
            <a:custGeom>
              <a:avLst/>
              <a:gdLst/>
              <a:ahLst/>
              <a:cxnLst/>
              <a:rect l="l" t="t" r="r" b="b"/>
              <a:pathLst>
                <a:path w="3990975" h="1247775">
                  <a:moveTo>
                    <a:pt x="3970319" y="1247774"/>
                  </a:moveTo>
                  <a:lnTo>
                    <a:pt x="20654" y="1247774"/>
                  </a:lnTo>
                  <a:lnTo>
                    <a:pt x="17617" y="1247170"/>
                  </a:lnTo>
                  <a:lnTo>
                    <a:pt x="0" y="1227119"/>
                  </a:lnTo>
                  <a:lnTo>
                    <a:pt x="0" y="122396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3970319" y="0"/>
                  </a:lnTo>
                  <a:lnTo>
                    <a:pt x="3990973" y="20654"/>
                  </a:lnTo>
                  <a:lnTo>
                    <a:pt x="3990973" y="1227119"/>
                  </a:lnTo>
                  <a:lnTo>
                    <a:pt x="3973356" y="1247170"/>
                  </a:lnTo>
                  <a:lnTo>
                    <a:pt x="3970319" y="12477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09637" y="3938587"/>
              <a:ext cx="3990975" cy="1247775"/>
            </a:xfrm>
            <a:custGeom>
              <a:avLst/>
              <a:gdLst/>
              <a:ahLst/>
              <a:cxnLst/>
              <a:rect l="l" t="t" r="r" b="b"/>
              <a:pathLst>
                <a:path w="3990975" h="1247775">
                  <a:moveTo>
                    <a:pt x="0" y="1223962"/>
                  </a:moveTo>
                  <a:lnTo>
                    <a:pt x="0" y="23812"/>
                  </a:lnTo>
                  <a:lnTo>
                    <a:pt x="0" y="20654"/>
                  </a:lnTo>
                  <a:lnTo>
                    <a:pt x="604" y="17616"/>
                  </a:lnTo>
                  <a:lnTo>
                    <a:pt x="1812" y="14699"/>
                  </a:lnTo>
                  <a:lnTo>
                    <a:pt x="3020" y="11781"/>
                  </a:lnTo>
                  <a:lnTo>
                    <a:pt x="4741" y="9206"/>
                  </a:lnTo>
                  <a:lnTo>
                    <a:pt x="6974" y="6974"/>
                  </a:lnTo>
                  <a:lnTo>
                    <a:pt x="9207" y="4741"/>
                  </a:lnTo>
                  <a:lnTo>
                    <a:pt x="11782" y="3020"/>
                  </a:lnTo>
                  <a:lnTo>
                    <a:pt x="14699" y="1812"/>
                  </a:lnTo>
                  <a:lnTo>
                    <a:pt x="17617" y="604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3967162" y="0"/>
                  </a:lnTo>
                  <a:lnTo>
                    <a:pt x="3970319" y="0"/>
                  </a:lnTo>
                  <a:lnTo>
                    <a:pt x="3973356" y="604"/>
                  </a:lnTo>
                  <a:lnTo>
                    <a:pt x="3990974" y="23812"/>
                  </a:lnTo>
                  <a:lnTo>
                    <a:pt x="3990974" y="1223962"/>
                  </a:lnTo>
                  <a:lnTo>
                    <a:pt x="3976273" y="1245961"/>
                  </a:lnTo>
                  <a:lnTo>
                    <a:pt x="3973356" y="1247170"/>
                  </a:lnTo>
                  <a:lnTo>
                    <a:pt x="3970319" y="1247774"/>
                  </a:lnTo>
                  <a:lnTo>
                    <a:pt x="3967162" y="1247774"/>
                  </a:lnTo>
                  <a:lnTo>
                    <a:pt x="23812" y="1247774"/>
                  </a:lnTo>
                  <a:lnTo>
                    <a:pt x="20654" y="1247774"/>
                  </a:lnTo>
                  <a:lnTo>
                    <a:pt x="17617" y="1247170"/>
                  </a:lnTo>
                  <a:lnTo>
                    <a:pt x="14699" y="1245961"/>
                  </a:lnTo>
                  <a:lnTo>
                    <a:pt x="11782" y="1244753"/>
                  </a:lnTo>
                  <a:lnTo>
                    <a:pt x="9207" y="1243033"/>
                  </a:lnTo>
                  <a:lnTo>
                    <a:pt x="6974" y="1240800"/>
                  </a:lnTo>
                  <a:lnTo>
                    <a:pt x="4741" y="1238567"/>
                  </a:lnTo>
                  <a:lnTo>
                    <a:pt x="3020" y="1235991"/>
                  </a:lnTo>
                  <a:lnTo>
                    <a:pt x="1812" y="1233074"/>
                  </a:lnTo>
                  <a:lnTo>
                    <a:pt x="604" y="1230157"/>
                  </a:lnTo>
                  <a:lnTo>
                    <a:pt x="0" y="1227119"/>
                  </a:lnTo>
                  <a:lnTo>
                    <a:pt x="0" y="1223962"/>
                  </a:lnTo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8897" y="4019047"/>
              <a:ext cx="172454" cy="172454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917962" y="4231693"/>
            <a:ext cx="3960495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30"/>
              </a:spcBef>
            </a:pP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Certificate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Preview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2590799"/>
            <a:ext cx="3967479" cy="3891279"/>
            <a:chOff x="-4762" y="2590799"/>
            <a:chExt cx="3967479" cy="3891279"/>
          </a:xfrm>
        </p:grpSpPr>
        <p:sp>
          <p:nvSpPr>
            <p:cNvPr id="3" name="object 3"/>
            <p:cNvSpPr/>
            <p:nvPr/>
          </p:nvSpPr>
          <p:spPr>
            <a:xfrm>
              <a:off x="0" y="4000499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0" y="1904999"/>
                  </a:moveTo>
                  <a:lnTo>
                    <a:pt x="35718" y="1869280"/>
                  </a:lnTo>
                  <a:lnTo>
                    <a:pt x="71437" y="1833562"/>
                  </a:lnTo>
                  <a:lnTo>
                    <a:pt x="107156" y="1797843"/>
                  </a:lnTo>
                  <a:lnTo>
                    <a:pt x="142874" y="1762124"/>
                  </a:lnTo>
                  <a:lnTo>
                    <a:pt x="178593" y="1726406"/>
                  </a:lnTo>
                  <a:lnTo>
                    <a:pt x="214312" y="1690687"/>
                  </a:lnTo>
                  <a:lnTo>
                    <a:pt x="250031" y="1654968"/>
                  </a:lnTo>
                  <a:lnTo>
                    <a:pt x="285749" y="1619249"/>
                  </a:lnTo>
                  <a:lnTo>
                    <a:pt x="321468" y="1583531"/>
                  </a:lnTo>
                  <a:lnTo>
                    <a:pt x="357187" y="1547812"/>
                  </a:lnTo>
                  <a:lnTo>
                    <a:pt x="392906" y="1512093"/>
                  </a:lnTo>
                  <a:lnTo>
                    <a:pt x="428624" y="1476374"/>
                  </a:lnTo>
                  <a:lnTo>
                    <a:pt x="464343" y="1440656"/>
                  </a:lnTo>
                  <a:lnTo>
                    <a:pt x="500062" y="1404937"/>
                  </a:lnTo>
                  <a:lnTo>
                    <a:pt x="535781" y="1369218"/>
                  </a:lnTo>
                  <a:lnTo>
                    <a:pt x="571499" y="1333499"/>
                  </a:lnTo>
                  <a:lnTo>
                    <a:pt x="607218" y="1297781"/>
                  </a:lnTo>
                  <a:lnTo>
                    <a:pt x="642937" y="1262062"/>
                  </a:lnTo>
                  <a:lnTo>
                    <a:pt x="678656" y="1226343"/>
                  </a:lnTo>
                  <a:lnTo>
                    <a:pt x="714374" y="1190624"/>
                  </a:lnTo>
                  <a:lnTo>
                    <a:pt x="750093" y="1154906"/>
                  </a:lnTo>
                  <a:lnTo>
                    <a:pt x="785812" y="1119187"/>
                  </a:lnTo>
                  <a:lnTo>
                    <a:pt x="821531" y="1083468"/>
                  </a:lnTo>
                  <a:lnTo>
                    <a:pt x="857249" y="1047749"/>
                  </a:lnTo>
                  <a:lnTo>
                    <a:pt x="892968" y="1012031"/>
                  </a:lnTo>
                  <a:lnTo>
                    <a:pt x="928687" y="976312"/>
                  </a:lnTo>
                  <a:lnTo>
                    <a:pt x="964406" y="940593"/>
                  </a:lnTo>
                  <a:lnTo>
                    <a:pt x="1000124" y="904874"/>
                  </a:lnTo>
                  <a:lnTo>
                    <a:pt x="1035843" y="869156"/>
                  </a:lnTo>
                  <a:lnTo>
                    <a:pt x="1071562" y="833437"/>
                  </a:lnTo>
                  <a:lnTo>
                    <a:pt x="1107281" y="797718"/>
                  </a:lnTo>
                  <a:lnTo>
                    <a:pt x="1142999" y="761999"/>
                  </a:lnTo>
                  <a:lnTo>
                    <a:pt x="1178718" y="726281"/>
                  </a:lnTo>
                  <a:lnTo>
                    <a:pt x="1214437" y="690562"/>
                  </a:lnTo>
                  <a:lnTo>
                    <a:pt x="1250156" y="654843"/>
                  </a:lnTo>
                  <a:lnTo>
                    <a:pt x="1285874" y="619124"/>
                  </a:lnTo>
                  <a:lnTo>
                    <a:pt x="1321593" y="583406"/>
                  </a:lnTo>
                  <a:lnTo>
                    <a:pt x="1357312" y="547687"/>
                  </a:lnTo>
                  <a:lnTo>
                    <a:pt x="1393031" y="511968"/>
                  </a:lnTo>
                  <a:lnTo>
                    <a:pt x="1428749" y="476249"/>
                  </a:lnTo>
                  <a:lnTo>
                    <a:pt x="1464468" y="440531"/>
                  </a:lnTo>
                  <a:lnTo>
                    <a:pt x="1500187" y="404812"/>
                  </a:lnTo>
                  <a:lnTo>
                    <a:pt x="1535906" y="369093"/>
                  </a:lnTo>
                  <a:lnTo>
                    <a:pt x="1571624" y="333374"/>
                  </a:lnTo>
                  <a:lnTo>
                    <a:pt x="1607343" y="297656"/>
                  </a:lnTo>
                  <a:lnTo>
                    <a:pt x="1643062" y="261937"/>
                  </a:lnTo>
                  <a:lnTo>
                    <a:pt x="1678781" y="226218"/>
                  </a:lnTo>
                  <a:lnTo>
                    <a:pt x="1714499" y="190499"/>
                  </a:lnTo>
                  <a:lnTo>
                    <a:pt x="1750218" y="154781"/>
                  </a:lnTo>
                  <a:lnTo>
                    <a:pt x="1785937" y="119062"/>
                  </a:lnTo>
                  <a:lnTo>
                    <a:pt x="1821656" y="83343"/>
                  </a:lnTo>
                  <a:lnTo>
                    <a:pt x="1857374" y="47624"/>
                  </a:lnTo>
                  <a:lnTo>
                    <a:pt x="1893093" y="11906"/>
                  </a:lnTo>
                  <a:lnTo>
                    <a:pt x="1904999" y="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000499"/>
              <a:ext cx="2000250" cy="2000250"/>
            </a:xfrm>
            <a:custGeom>
              <a:avLst/>
              <a:gdLst/>
              <a:ahLst/>
              <a:cxnLst/>
              <a:rect l="l" t="t" r="r" b="b"/>
              <a:pathLst>
                <a:path w="2000250" h="2000250">
                  <a:moveTo>
                    <a:pt x="0" y="2000249"/>
                  </a:moveTo>
                  <a:lnTo>
                    <a:pt x="35718" y="1964530"/>
                  </a:lnTo>
                  <a:lnTo>
                    <a:pt x="71437" y="1928812"/>
                  </a:lnTo>
                  <a:lnTo>
                    <a:pt x="107156" y="1893093"/>
                  </a:lnTo>
                  <a:lnTo>
                    <a:pt x="142874" y="1857374"/>
                  </a:lnTo>
                  <a:lnTo>
                    <a:pt x="178593" y="1821655"/>
                  </a:lnTo>
                  <a:lnTo>
                    <a:pt x="214312" y="1785937"/>
                  </a:lnTo>
                  <a:lnTo>
                    <a:pt x="250031" y="1750218"/>
                  </a:lnTo>
                  <a:lnTo>
                    <a:pt x="285749" y="1714499"/>
                  </a:lnTo>
                  <a:lnTo>
                    <a:pt x="321468" y="1678781"/>
                  </a:lnTo>
                  <a:lnTo>
                    <a:pt x="357187" y="1643062"/>
                  </a:lnTo>
                  <a:lnTo>
                    <a:pt x="392906" y="1607343"/>
                  </a:lnTo>
                  <a:lnTo>
                    <a:pt x="428624" y="1571624"/>
                  </a:lnTo>
                  <a:lnTo>
                    <a:pt x="464343" y="1535906"/>
                  </a:lnTo>
                  <a:lnTo>
                    <a:pt x="500062" y="1500187"/>
                  </a:lnTo>
                  <a:lnTo>
                    <a:pt x="535781" y="1464468"/>
                  </a:lnTo>
                  <a:lnTo>
                    <a:pt x="571499" y="1428749"/>
                  </a:lnTo>
                  <a:lnTo>
                    <a:pt x="607218" y="1393031"/>
                  </a:lnTo>
                  <a:lnTo>
                    <a:pt x="642937" y="1357312"/>
                  </a:lnTo>
                  <a:lnTo>
                    <a:pt x="678656" y="1321593"/>
                  </a:lnTo>
                  <a:lnTo>
                    <a:pt x="714374" y="1285874"/>
                  </a:lnTo>
                  <a:lnTo>
                    <a:pt x="750093" y="1250156"/>
                  </a:lnTo>
                  <a:lnTo>
                    <a:pt x="785812" y="1214437"/>
                  </a:lnTo>
                  <a:lnTo>
                    <a:pt x="821531" y="1178718"/>
                  </a:lnTo>
                  <a:lnTo>
                    <a:pt x="857249" y="1142999"/>
                  </a:lnTo>
                  <a:lnTo>
                    <a:pt x="892968" y="1107281"/>
                  </a:lnTo>
                  <a:lnTo>
                    <a:pt x="928687" y="1071562"/>
                  </a:lnTo>
                  <a:lnTo>
                    <a:pt x="964406" y="1035843"/>
                  </a:lnTo>
                  <a:lnTo>
                    <a:pt x="1000124" y="1000124"/>
                  </a:lnTo>
                  <a:lnTo>
                    <a:pt x="1035843" y="964406"/>
                  </a:lnTo>
                  <a:lnTo>
                    <a:pt x="1071562" y="928687"/>
                  </a:lnTo>
                  <a:lnTo>
                    <a:pt x="1107281" y="892968"/>
                  </a:lnTo>
                  <a:lnTo>
                    <a:pt x="1142999" y="857249"/>
                  </a:lnTo>
                  <a:lnTo>
                    <a:pt x="1178718" y="821531"/>
                  </a:lnTo>
                  <a:lnTo>
                    <a:pt x="1214437" y="785812"/>
                  </a:lnTo>
                  <a:lnTo>
                    <a:pt x="1250156" y="750093"/>
                  </a:lnTo>
                  <a:lnTo>
                    <a:pt x="1285874" y="714374"/>
                  </a:lnTo>
                  <a:lnTo>
                    <a:pt x="1321593" y="678656"/>
                  </a:lnTo>
                  <a:lnTo>
                    <a:pt x="1357312" y="642937"/>
                  </a:lnTo>
                  <a:lnTo>
                    <a:pt x="1393031" y="607218"/>
                  </a:lnTo>
                  <a:lnTo>
                    <a:pt x="1428749" y="571499"/>
                  </a:lnTo>
                  <a:lnTo>
                    <a:pt x="1464468" y="535781"/>
                  </a:lnTo>
                  <a:lnTo>
                    <a:pt x="1500187" y="500062"/>
                  </a:lnTo>
                  <a:lnTo>
                    <a:pt x="1535906" y="464343"/>
                  </a:lnTo>
                  <a:lnTo>
                    <a:pt x="1571624" y="428624"/>
                  </a:lnTo>
                  <a:lnTo>
                    <a:pt x="1607343" y="392906"/>
                  </a:lnTo>
                  <a:lnTo>
                    <a:pt x="1643062" y="357187"/>
                  </a:lnTo>
                  <a:lnTo>
                    <a:pt x="1678781" y="321468"/>
                  </a:lnTo>
                  <a:lnTo>
                    <a:pt x="1714499" y="285749"/>
                  </a:lnTo>
                  <a:lnTo>
                    <a:pt x="1750218" y="250031"/>
                  </a:lnTo>
                  <a:lnTo>
                    <a:pt x="1785937" y="214312"/>
                  </a:lnTo>
                  <a:lnTo>
                    <a:pt x="1821656" y="178593"/>
                  </a:lnTo>
                  <a:lnTo>
                    <a:pt x="1857374" y="142874"/>
                  </a:lnTo>
                  <a:lnTo>
                    <a:pt x="1893093" y="107156"/>
                  </a:lnTo>
                  <a:lnTo>
                    <a:pt x="1928812" y="71437"/>
                  </a:lnTo>
                  <a:lnTo>
                    <a:pt x="1964530" y="35718"/>
                  </a:lnTo>
                  <a:lnTo>
                    <a:pt x="2000249" y="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000499"/>
              <a:ext cx="2095500" cy="2095500"/>
            </a:xfrm>
            <a:custGeom>
              <a:avLst/>
              <a:gdLst/>
              <a:ahLst/>
              <a:cxnLst/>
              <a:rect l="l" t="t" r="r" b="b"/>
              <a:pathLst>
                <a:path w="2095500" h="2095500">
                  <a:moveTo>
                    <a:pt x="0" y="2095499"/>
                  </a:moveTo>
                  <a:lnTo>
                    <a:pt x="35718" y="2059780"/>
                  </a:lnTo>
                  <a:lnTo>
                    <a:pt x="71437" y="2024062"/>
                  </a:lnTo>
                  <a:lnTo>
                    <a:pt x="107156" y="1988343"/>
                  </a:lnTo>
                  <a:lnTo>
                    <a:pt x="142874" y="1952624"/>
                  </a:lnTo>
                  <a:lnTo>
                    <a:pt x="178593" y="1916905"/>
                  </a:lnTo>
                  <a:lnTo>
                    <a:pt x="214312" y="1881187"/>
                  </a:lnTo>
                  <a:lnTo>
                    <a:pt x="250031" y="1845468"/>
                  </a:lnTo>
                  <a:lnTo>
                    <a:pt x="285749" y="1809749"/>
                  </a:lnTo>
                  <a:lnTo>
                    <a:pt x="321468" y="1774031"/>
                  </a:lnTo>
                  <a:lnTo>
                    <a:pt x="357187" y="1738312"/>
                  </a:lnTo>
                  <a:lnTo>
                    <a:pt x="392906" y="1702593"/>
                  </a:lnTo>
                  <a:lnTo>
                    <a:pt x="428624" y="1666874"/>
                  </a:lnTo>
                  <a:lnTo>
                    <a:pt x="464343" y="1631156"/>
                  </a:lnTo>
                  <a:lnTo>
                    <a:pt x="500062" y="1595437"/>
                  </a:lnTo>
                  <a:lnTo>
                    <a:pt x="535781" y="1559718"/>
                  </a:lnTo>
                  <a:lnTo>
                    <a:pt x="571499" y="1523999"/>
                  </a:lnTo>
                  <a:lnTo>
                    <a:pt x="607218" y="1488281"/>
                  </a:lnTo>
                  <a:lnTo>
                    <a:pt x="642937" y="1452562"/>
                  </a:lnTo>
                  <a:lnTo>
                    <a:pt x="678656" y="1416843"/>
                  </a:lnTo>
                  <a:lnTo>
                    <a:pt x="714374" y="1381124"/>
                  </a:lnTo>
                  <a:lnTo>
                    <a:pt x="750093" y="1345406"/>
                  </a:lnTo>
                  <a:lnTo>
                    <a:pt x="785812" y="1309687"/>
                  </a:lnTo>
                  <a:lnTo>
                    <a:pt x="821531" y="1273968"/>
                  </a:lnTo>
                  <a:lnTo>
                    <a:pt x="857249" y="1238249"/>
                  </a:lnTo>
                  <a:lnTo>
                    <a:pt x="892968" y="1202531"/>
                  </a:lnTo>
                  <a:lnTo>
                    <a:pt x="928687" y="1166812"/>
                  </a:lnTo>
                  <a:lnTo>
                    <a:pt x="964406" y="1131093"/>
                  </a:lnTo>
                  <a:lnTo>
                    <a:pt x="1000124" y="1095374"/>
                  </a:lnTo>
                  <a:lnTo>
                    <a:pt x="1035843" y="1059656"/>
                  </a:lnTo>
                  <a:lnTo>
                    <a:pt x="1071562" y="1023937"/>
                  </a:lnTo>
                  <a:lnTo>
                    <a:pt x="1107281" y="988218"/>
                  </a:lnTo>
                  <a:lnTo>
                    <a:pt x="1142999" y="952499"/>
                  </a:lnTo>
                  <a:lnTo>
                    <a:pt x="1178718" y="916781"/>
                  </a:lnTo>
                  <a:lnTo>
                    <a:pt x="1214437" y="881062"/>
                  </a:lnTo>
                  <a:lnTo>
                    <a:pt x="1250156" y="845343"/>
                  </a:lnTo>
                  <a:lnTo>
                    <a:pt x="1285874" y="809624"/>
                  </a:lnTo>
                  <a:lnTo>
                    <a:pt x="1321593" y="773906"/>
                  </a:lnTo>
                  <a:lnTo>
                    <a:pt x="1357312" y="738187"/>
                  </a:lnTo>
                  <a:lnTo>
                    <a:pt x="1393031" y="702468"/>
                  </a:lnTo>
                  <a:lnTo>
                    <a:pt x="1428749" y="666749"/>
                  </a:lnTo>
                  <a:lnTo>
                    <a:pt x="1464468" y="631031"/>
                  </a:lnTo>
                  <a:lnTo>
                    <a:pt x="1500187" y="595312"/>
                  </a:lnTo>
                  <a:lnTo>
                    <a:pt x="1535906" y="559593"/>
                  </a:lnTo>
                  <a:lnTo>
                    <a:pt x="1571624" y="523874"/>
                  </a:lnTo>
                  <a:lnTo>
                    <a:pt x="1607343" y="488156"/>
                  </a:lnTo>
                  <a:lnTo>
                    <a:pt x="1643062" y="452437"/>
                  </a:lnTo>
                  <a:lnTo>
                    <a:pt x="1678781" y="416718"/>
                  </a:lnTo>
                  <a:lnTo>
                    <a:pt x="1714499" y="380999"/>
                  </a:lnTo>
                  <a:lnTo>
                    <a:pt x="1750218" y="345281"/>
                  </a:lnTo>
                  <a:lnTo>
                    <a:pt x="1785937" y="309562"/>
                  </a:lnTo>
                  <a:lnTo>
                    <a:pt x="1821656" y="273843"/>
                  </a:lnTo>
                  <a:lnTo>
                    <a:pt x="1857374" y="238124"/>
                  </a:lnTo>
                  <a:lnTo>
                    <a:pt x="1893093" y="202406"/>
                  </a:lnTo>
                  <a:lnTo>
                    <a:pt x="1928812" y="166687"/>
                  </a:lnTo>
                  <a:lnTo>
                    <a:pt x="1964530" y="130968"/>
                  </a:lnTo>
                  <a:lnTo>
                    <a:pt x="2000249" y="95249"/>
                  </a:lnTo>
                  <a:lnTo>
                    <a:pt x="2035968" y="59531"/>
                  </a:lnTo>
                  <a:lnTo>
                    <a:pt x="2071687" y="23812"/>
                  </a:lnTo>
                  <a:lnTo>
                    <a:pt x="2095499" y="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4000499"/>
              <a:ext cx="2190750" cy="2190750"/>
            </a:xfrm>
            <a:custGeom>
              <a:avLst/>
              <a:gdLst/>
              <a:ahLst/>
              <a:cxnLst/>
              <a:rect l="l" t="t" r="r" b="b"/>
              <a:pathLst>
                <a:path w="2190750" h="2190750">
                  <a:moveTo>
                    <a:pt x="0" y="2190749"/>
                  </a:moveTo>
                  <a:lnTo>
                    <a:pt x="35718" y="2155030"/>
                  </a:lnTo>
                  <a:lnTo>
                    <a:pt x="71437" y="2119312"/>
                  </a:lnTo>
                  <a:lnTo>
                    <a:pt x="107156" y="2083593"/>
                  </a:lnTo>
                  <a:lnTo>
                    <a:pt x="142874" y="2047874"/>
                  </a:lnTo>
                  <a:lnTo>
                    <a:pt x="178593" y="2012155"/>
                  </a:lnTo>
                  <a:lnTo>
                    <a:pt x="214312" y="1976437"/>
                  </a:lnTo>
                  <a:lnTo>
                    <a:pt x="250031" y="1940718"/>
                  </a:lnTo>
                  <a:lnTo>
                    <a:pt x="285749" y="1904999"/>
                  </a:lnTo>
                  <a:lnTo>
                    <a:pt x="321468" y="1869280"/>
                  </a:lnTo>
                  <a:lnTo>
                    <a:pt x="357187" y="1833562"/>
                  </a:lnTo>
                  <a:lnTo>
                    <a:pt x="392906" y="1797843"/>
                  </a:lnTo>
                  <a:lnTo>
                    <a:pt x="428624" y="1762124"/>
                  </a:lnTo>
                  <a:lnTo>
                    <a:pt x="464343" y="1726406"/>
                  </a:lnTo>
                  <a:lnTo>
                    <a:pt x="500062" y="1690687"/>
                  </a:lnTo>
                  <a:lnTo>
                    <a:pt x="535781" y="1654968"/>
                  </a:lnTo>
                  <a:lnTo>
                    <a:pt x="571499" y="1619249"/>
                  </a:lnTo>
                  <a:lnTo>
                    <a:pt x="607218" y="1583531"/>
                  </a:lnTo>
                  <a:lnTo>
                    <a:pt x="642937" y="1547812"/>
                  </a:lnTo>
                  <a:lnTo>
                    <a:pt x="678656" y="1512093"/>
                  </a:lnTo>
                  <a:lnTo>
                    <a:pt x="714374" y="1476374"/>
                  </a:lnTo>
                  <a:lnTo>
                    <a:pt x="750093" y="1440656"/>
                  </a:lnTo>
                  <a:lnTo>
                    <a:pt x="785812" y="1404937"/>
                  </a:lnTo>
                  <a:lnTo>
                    <a:pt x="821531" y="1369218"/>
                  </a:lnTo>
                  <a:lnTo>
                    <a:pt x="857249" y="1333499"/>
                  </a:lnTo>
                  <a:lnTo>
                    <a:pt x="892968" y="1297781"/>
                  </a:lnTo>
                  <a:lnTo>
                    <a:pt x="928687" y="1262062"/>
                  </a:lnTo>
                  <a:lnTo>
                    <a:pt x="964406" y="1226343"/>
                  </a:lnTo>
                  <a:lnTo>
                    <a:pt x="1000124" y="1190624"/>
                  </a:lnTo>
                  <a:lnTo>
                    <a:pt x="1035843" y="1154906"/>
                  </a:lnTo>
                  <a:lnTo>
                    <a:pt x="1071562" y="1119187"/>
                  </a:lnTo>
                  <a:lnTo>
                    <a:pt x="1107281" y="1083468"/>
                  </a:lnTo>
                  <a:lnTo>
                    <a:pt x="1142999" y="1047749"/>
                  </a:lnTo>
                  <a:lnTo>
                    <a:pt x="1178718" y="1012031"/>
                  </a:lnTo>
                  <a:lnTo>
                    <a:pt x="1214437" y="976312"/>
                  </a:lnTo>
                  <a:lnTo>
                    <a:pt x="1250156" y="940593"/>
                  </a:lnTo>
                  <a:lnTo>
                    <a:pt x="1285874" y="904874"/>
                  </a:lnTo>
                  <a:lnTo>
                    <a:pt x="1321593" y="869156"/>
                  </a:lnTo>
                  <a:lnTo>
                    <a:pt x="1357312" y="833437"/>
                  </a:lnTo>
                  <a:lnTo>
                    <a:pt x="1393031" y="797718"/>
                  </a:lnTo>
                  <a:lnTo>
                    <a:pt x="1428749" y="761999"/>
                  </a:lnTo>
                  <a:lnTo>
                    <a:pt x="1464468" y="726281"/>
                  </a:lnTo>
                  <a:lnTo>
                    <a:pt x="1500187" y="690562"/>
                  </a:lnTo>
                  <a:lnTo>
                    <a:pt x="1535906" y="654843"/>
                  </a:lnTo>
                  <a:lnTo>
                    <a:pt x="1571624" y="619124"/>
                  </a:lnTo>
                  <a:lnTo>
                    <a:pt x="1607343" y="583406"/>
                  </a:lnTo>
                  <a:lnTo>
                    <a:pt x="1643062" y="547687"/>
                  </a:lnTo>
                  <a:lnTo>
                    <a:pt x="1678781" y="511968"/>
                  </a:lnTo>
                  <a:lnTo>
                    <a:pt x="1714499" y="476249"/>
                  </a:lnTo>
                  <a:lnTo>
                    <a:pt x="1750218" y="440531"/>
                  </a:lnTo>
                  <a:lnTo>
                    <a:pt x="1785937" y="404812"/>
                  </a:lnTo>
                  <a:lnTo>
                    <a:pt x="1821656" y="369093"/>
                  </a:lnTo>
                  <a:lnTo>
                    <a:pt x="1857374" y="333374"/>
                  </a:lnTo>
                  <a:lnTo>
                    <a:pt x="1893093" y="297656"/>
                  </a:lnTo>
                  <a:lnTo>
                    <a:pt x="1928812" y="261937"/>
                  </a:lnTo>
                  <a:lnTo>
                    <a:pt x="1964530" y="226218"/>
                  </a:lnTo>
                  <a:lnTo>
                    <a:pt x="2000249" y="190499"/>
                  </a:lnTo>
                  <a:lnTo>
                    <a:pt x="2035968" y="154781"/>
                  </a:lnTo>
                  <a:lnTo>
                    <a:pt x="2071687" y="119062"/>
                  </a:lnTo>
                  <a:lnTo>
                    <a:pt x="2107405" y="83343"/>
                  </a:lnTo>
                  <a:lnTo>
                    <a:pt x="2143124" y="47624"/>
                  </a:lnTo>
                  <a:lnTo>
                    <a:pt x="2178843" y="11906"/>
                  </a:lnTo>
                  <a:lnTo>
                    <a:pt x="2190749" y="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000499"/>
              <a:ext cx="2286000" cy="2286000"/>
            </a:xfrm>
            <a:custGeom>
              <a:avLst/>
              <a:gdLst/>
              <a:ahLst/>
              <a:cxnLst/>
              <a:rect l="l" t="t" r="r" b="b"/>
              <a:pathLst>
                <a:path w="2286000" h="2286000">
                  <a:moveTo>
                    <a:pt x="0" y="2285999"/>
                  </a:moveTo>
                  <a:lnTo>
                    <a:pt x="35718" y="2250280"/>
                  </a:lnTo>
                  <a:lnTo>
                    <a:pt x="71437" y="2214562"/>
                  </a:lnTo>
                  <a:lnTo>
                    <a:pt x="107156" y="2178843"/>
                  </a:lnTo>
                  <a:lnTo>
                    <a:pt x="142874" y="2143124"/>
                  </a:lnTo>
                  <a:lnTo>
                    <a:pt x="178593" y="2107405"/>
                  </a:lnTo>
                  <a:lnTo>
                    <a:pt x="214312" y="2071687"/>
                  </a:lnTo>
                  <a:lnTo>
                    <a:pt x="250031" y="2035968"/>
                  </a:lnTo>
                  <a:lnTo>
                    <a:pt x="285749" y="2000249"/>
                  </a:lnTo>
                  <a:lnTo>
                    <a:pt x="321468" y="1964530"/>
                  </a:lnTo>
                  <a:lnTo>
                    <a:pt x="357187" y="1928812"/>
                  </a:lnTo>
                  <a:lnTo>
                    <a:pt x="392906" y="1893093"/>
                  </a:lnTo>
                  <a:lnTo>
                    <a:pt x="428624" y="1857374"/>
                  </a:lnTo>
                  <a:lnTo>
                    <a:pt x="464343" y="1821655"/>
                  </a:lnTo>
                  <a:lnTo>
                    <a:pt x="500062" y="1785937"/>
                  </a:lnTo>
                  <a:lnTo>
                    <a:pt x="535781" y="1750218"/>
                  </a:lnTo>
                  <a:lnTo>
                    <a:pt x="571499" y="1714499"/>
                  </a:lnTo>
                  <a:lnTo>
                    <a:pt x="607218" y="1678781"/>
                  </a:lnTo>
                  <a:lnTo>
                    <a:pt x="642937" y="1643062"/>
                  </a:lnTo>
                  <a:lnTo>
                    <a:pt x="678656" y="1607343"/>
                  </a:lnTo>
                  <a:lnTo>
                    <a:pt x="714374" y="1571624"/>
                  </a:lnTo>
                  <a:lnTo>
                    <a:pt x="750093" y="1535906"/>
                  </a:lnTo>
                  <a:lnTo>
                    <a:pt x="785812" y="1500187"/>
                  </a:lnTo>
                  <a:lnTo>
                    <a:pt x="821531" y="1464468"/>
                  </a:lnTo>
                  <a:lnTo>
                    <a:pt x="857249" y="1428749"/>
                  </a:lnTo>
                  <a:lnTo>
                    <a:pt x="892968" y="1393031"/>
                  </a:lnTo>
                  <a:lnTo>
                    <a:pt x="928687" y="1357312"/>
                  </a:lnTo>
                  <a:lnTo>
                    <a:pt x="964406" y="1321593"/>
                  </a:lnTo>
                  <a:lnTo>
                    <a:pt x="1000124" y="1285874"/>
                  </a:lnTo>
                  <a:lnTo>
                    <a:pt x="1035843" y="1250156"/>
                  </a:lnTo>
                  <a:lnTo>
                    <a:pt x="1071562" y="1214437"/>
                  </a:lnTo>
                  <a:lnTo>
                    <a:pt x="1107281" y="1178718"/>
                  </a:lnTo>
                  <a:lnTo>
                    <a:pt x="1142999" y="1142999"/>
                  </a:lnTo>
                  <a:lnTo>
                    <a:pt x="1178718" y="1107281"/>
                  </a:lnTo>
                  <a:lnTo>
                    <a:pt x="1214437" y="1071562"/>
                  </a:lnTo>
                  <a:lnTo>
                    <a:pt x="1250156" y="1035843"/>
                  </a:lnTo>
                  <a:lnTo>
                    <a:pt x="1285874" y="1000124"/>
                  </a:lnTo>
                  <a:lnTo>
                    <a:pt x="1321593" y="964406"/>
                  </a:lnTo>
                  <a:lnTo>
                    <a:pt x="1357312" y="928687"/>
                  </a:lnTo>
                  <a:lnTo>
                    <a:pt x="1393031" y="892968"/>
                  </a:lnTo>
                  <a:lnTo>
                    <a:pt x="1428749" y="857249"/>
                  </a:lnTo>
                  <a:lnTo>
                    <a:pt x="1464468" y="821531"/>
                  </a:lnTo>
                  <a:lnTo>
                    <a:pt x="1500187" y="785812"/>
                  </a:lnTo>
                  <a:lnTo>
                    <a:pt x="1535906" y="750093"/>
                  </a:lnTo>
                  <a:lnTo>
                    <a:pt x="1571624" y="714374"/>
                  </a:lnTo>
                  <a:lnTo>
                    <a:pt x="1607343" y="678656"/>
                  </a:lnTo>
                  <a:lnTo>
                    <a:pt x="1643062" y="642937"/>
                  </a:lnTo>
                  <a:lnTo>
                    <a:pt x="1678781" y="607218"/>
                  </a:lnTo>
                  <a:lnTo>
                    <a:pt x="1714499" y="571499"/>
                  </a:lnTo>
                  <a:lnTo>
                    <a:pt x="1750218" y="535781"/>
                  </a:lnTo>
                  <a:lnTo>
                    <a:pt x="1785937" y="500062"/>
                  </a:lnTo>
                  <a:lnTo>
                    <a:pt x="1821656" y="464343"/>
                  </a:lnTo>
                  <a:lnTo>
                    <a:pt x="1857374" y="428624"/>
                  </a:lnTo>
                  <a:lnTo>
                    <a:pt x="1893093" y="392906"/>
                  </a:lnTo>
                  <a:lnTo>
                    <a:pt x="1928812" y="357187"/>
                  </a:lnTo>
                  <a:lnTo>
                    <a:pt x="1964530" y="321468"/>
                  </a:lnTo>
                  <a:lnTo>
                    <a:pt x="2000249" y="285749"/>
                  </a:lnTo>
                  <a:lnTo>
                    <a:pt x="2035968" y="250031"/>
                  </a:lnTo>
                  <a:lnTo>
                    <a:pt x="2071687" y="214312"/>
                  </a:lnTo>
                  <a:lnTo>
                    <a:pt x="2107405" y="178593"/>
                  </a:lnTo>
                  <a:lnTo>
                    <a:pt x="2143124" y="142874"/>
                  </a:lnTo>
                  <a:lnTo>
                    <a:pt x="2178843" y="107156"/>
                  </a:lnTo>
                  <a:lnTo>
                    <a:pt x="2214562" y="71437"/>
                  </a:lnTo>
                  <a:lnTo>
                    <a:pt x="2250280" y="35718"/>
                  </a:lnTo>
                  <a:lnTo>
                    <a:pt x="2285999" y="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000499"/>
              <a:ext cx="2381250" cy="2381250"/>
            </a:xfrm>
            <a:custGeom>
              <a:avLst/>
              <a:gdLst/>
              <a:ahLst/>
              <a:cxnLst/>
              <a:rect l="l" t="t" r="r" b="b"/>
              <a:pathLst>
                <a:path w="2381250" h="2381250">
                  <a:moveTo>
                    <a:pt x="0" y="2381249"/>
                  </a:moveTo>
                  <a:lnTo>
                    <a:pt x="35718" y="2345530"/>
                  </a:lnTo>
                  <a:lnTo>
                    <a:pt x="71437" y="2309812"/>
                  </a:lnTo>
                  <a:lnTo>
                    <a:pt x="107156" y="2274093"/>
                  </a:lnTo>
                  <a:lnTo>
                    <a:pt x="142874" y="2238374"/>
                  </a:lnTo>
                  <a:lnTo>
                    <a:pt x="178593" y="2202655"/>
                  </a:lnTo>
                  <a:lnTo>
                    <a:pt x="214312" y="2166937"/>
                  </a:lnTo>
                  <a:lnTo>
                    <a:pt x="250031" y="2131218"/>
                  </a:lnTo>
                  <a:lnTo>
                    <a:pt x="285749" y="2095499"/>
                  </a:lnTo>
                  <a:lnTo>
                    <a:pt x="321468" y="2059780"/>
                  </a:lnTo>
                  <a:lnTo>
                    <a:pt x="357187" y="2024062"/>
                  </a:lnTo>
                  <a:lnTo>
                    <a:pt x="392906" y="1988343"/>
                  </a:lnTo>
                  <a:lnTo>
                    <a:pt x="428624" y="1952624"/>
                  </a:lnTo>
                  <a:lnTo>
                    <a:pt x="464343" y="1916905"/>
                  </a:lnTo>
                  <a:lnTo>
                    <a:pt x="500062" y="1881187"/>
                  </a:lnTo>
                  <a:lnTo>
                    <a:pt x="535781" y="1845468"/>
                  </a:lnTo>
                  <a:lnTo>
                    <a:pt x="571499" y="1809749"/>
                  </a:lnTo>
                  <a:lnTo>
                    <a:pt x="607218" y="1774031"/>
                  </a:lnTo>
                  <a:lnTo>
                    <a:pt x="642937" y="1738312"/>
                  </a:lnTo>
                  <a:lnTo>
                    <a:pt x="678656" y="1702593"/>
                  </a:lnTo>
                  <a:lnTo>
                    <a:pt x="714374" y="1666874"/>
                  </a:lnTo>
                  <a:lnTo>
                    <a:pt x="750093" y="1631156"/>
                  </a:lnTo>
                  <a:lnTo>
                    <a:pt x="785812" y="1595437"/>
                  </a:lnTo>
                  <a:lnTo>
                    <a:pt x="821531" y="1559718"/>
                  </a:lnTo>
                  <a:lnTo>
                    <a:pt x="857249" y="1523999"/>
                  </a:lnTo>
                  <a:lnTo>
                    <a:pt x="892968" y="1488281"/>
                  </a:lnTo>
                  <a:lnTo>
                    <a:pt x="928687" y="1452562"/>
                  </a:lnTo>
                  <a:lnTo>
                    <a:pt x="964406" y="1416843"/>
                  </a:lnTo>
                  <a:lnTo>
                    <a:pt x="1000124" y="1381124"/>
                  </a:lnTo>
                  <a:lnTo>
                    <a:pt x="1035843" y="1345406"/>
                  </a:lnTo>
                  <a:lnTo>
                    <a:pt x="1071562" y="1309687"/>
                  </a:lnTo>
                  <a:lnTo>
                    <a:pt x="1107281" y="1273968"/>
                  </a:lnTo>
                  <a:lnTo>
                    <a:pt x="1142999" y="1238249"/>
                  </a:lnTo>
                  <a:lnTo>
                    <a:pt x="1178718" y="1202531"/>
                  </a:lnTo>
                  <a:lnTo>
                    <a:pt x="1214437" y="1166812"/>
                  </a:lnTo>
                  <a:lnTo>
                    <a:pt x="1250156" y="1131093"/>
                  </a:lnTo>
                  <a:lnTo>
                    <a:pt x="1285874" y="1095374"/>
                  </a:lnTo>
                  <a:lnTo>
                    <a:pt x="1321593" y="1059656"/>
                  </a:lnTo>
                  <a:lnTo>
                    <a:pt x="1357312" y="1023937"/>
                  </a:lnTo>
                  <a:lnTo>
                    <a:pt x="1393031" y="988218"/>
                  </a:lnTo>
                  <a:lnTo>
                    <a:pt x="1428749" y="952499"/>
                  </a:lnTo>
                  <a:lnTo>
                    <a:pt x="1464468" y="916781"/>
                  </a:lnTo>
                  <a:lnTo>
                    <a:pt x="1500187" y="881062"/>
                  </a:lnTo>
                  <a:lnTo>
                    <a:pt x="1535906" y="845343"/>
                  </a:lnTo>
                  <a:lnTo>
                    <a:pt x="1571624" y="809624"/>
                  </a:lnTo>
                  <a:lnTo>
                    <a:pt x="1607343" y="773906"/>
                  </a:lnTo>
                  <a:lnTo>
                    <a:pt x="1643062" y="738187"/>
                  </a:lnTo>
                  <a:lnTo>
                    <a:pt x="1678781" y="702468"/>
                  </a:lnTo>
                  <a:lnTo>
                    <a:pt x="1714499" y="666749"/>
                  </a:lnTo>
                  <a:lnTo>
                    <a:pt x="1750218" y="631031"/>
                  </a:lnTo>
                  <a:lnTo>
                    <a:pt x="1785937" y="595312"/>
                  </a:lnTo>
                  <a:lnTo>
                    <a:pt x="1821656" y="559593"/>
                  </a:lnTo>
                  <a:lnTo>
                    <a:pt x="1857374" y="523874"/>
                  </a:lnTo>
                  <a:lnTo>
                    <a:pt x="1893093" y="488156"/>
                  </a:lnTo>
                  <a:lnTo>
                    <a:pt x="1928812" y="452437"/>
                  </a:lnTo>
                  <a:lnTo>
                    <a:pt x="1964530" y="416718"/>
                  </a:lnTo>
                  <a:lnTo>
                    <a:pt x="2000249" y="380999"/>
                  </a:lnTo>
                  <a:lnTo>
                    <a:pt x="2035968" y="345281"/>
                  </a:lnTo>
                  <a:lnTo>
                    <a:pt x="2071687" y="309562"/>
                  </a:lnTo>
                  <a:lnTo>
                    <a:pt x="2107405" y="273843"/>
                  </a:lnTo>
                  <a:lnTo>
                    <a:pt x="2143124" y="238124"/>
                  </a:lnTo>
                  <a:lnTo>
                    <a:pt x="2178843" y="202406"/>
                  </a:lnTo>
                  <a:lnTo>
                    <a:pt x="2214562" y="166687"/>
                  </a:lnTo>
                  <a:lnTo>
                    <a:pt x="2250280" y="130968"/>
                  </a:lnTo>
                  <a:lnTo>
                    <a:pt x="2285999" y="95249"/>
                  </a:lnTo>
                  <a:lnTo>
                    <a:pt x="2321718" y="59531"/>
                  </a:lnTo>
                  <a:lnTo>
                    <a:pt x="2357437" y="23812"/>
                  </a:lnTo>
                  <a:lnTo>
                    <a:pt x="2381249" y="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000499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0" y="2476499"/>
                  </a:moveTo>
                  <a:lnTo>
                    <a:pt x="35718" y="2440780"/>
                  </a:lnTo>
                  <a:lnTo>
                    <a:pt x="71437" y="2405062"/>
                  </a:lnTo>
                  <a:lnTo>
                    <a:pt x="107156" y="2369343"/>
                  </a:lnTo>
                  <a:lnTo>
                    <a:pt x="142874" y="2333624"/>
                  </a:lnTo>
                  <a:lnTo>
                    <a:pt x="178593" y="2297905"/>
                  </a:lnTo>
                  <a:lnTo>
                    <a:pt x="214312" y="2262187"/>
                  </a:lnTo>
                  <a:lnTo>
                    <a:pt x="250031" y="2226468"/>
                  </a:lnTo>
                  <a:lnTo>
                    <a:pt x="285749" y="2190749"/>
                  </a:lnTo>
                  <a:lnTo>
                    <a:pt x="321468" y="2155030"/>
                  </a:lnTo>
                  <a:lnTo>
                    <a:pt x="357187" y="2119312"/>
                  </a:lnTo>
                  <a:lnTo>
                    <a:pt x="392906" y="2083593"/>
                  </a:lnTo>
                  <a:lnTo>
                    <a:pt x="428624" y="2047874"/>
                  </a:lnTo>
                  <a:lnTo>
                    <a:pt x="464343" y="2012155"/>
                  </a:lnTo>
                  <a:lnTo>
                    <a:pt x="500062" y="1976437"/>
                  </a:lnTo>
                  <a:lnTo>
                    <a:pt x="535781" y="1940718"/>
                  </a:lnTo>
                  <a:lnTo>
                    <a:pt x="571499" y="1904999"/>
                  </a:lnTo>
                  <a:lnTo>
                    <a:pt x="607218" y="1869280"/>
                  </a:lnTo>
                  <a:lnTo>
                    <a:pt x="642937" y="1833562"/>
                  </a:lnTo>
                  <a:lnTo>
                    <a:pt x="678656" y="1797843"/>
                  </a:lnTo>
                  <a:lnTo>
                    <a:pt x="714374" y="1762124"/>
                  </a:lnTo>
                  <a:lnTo>
                    <a:pt x="750093" y="1726406"/>
                  </a:lnTo>
                  <a:lnTo>
                    <a:pt x="785812" y="1690687"/>
                  </a:lnTo>
                  <a:lnTo>
                    <a:pt x="821531" y="1654968"/>
                  </a:lnTo>
                  <a:lnTo>
                    <a:pt x="857249" y="1619249"/>
                  </a:lnTo>
                  <a:lnTo>
                    <a:pt x="892968" y="1583531"/>
                  </a:lnTo>
                  <a:lnTo>
                    <a:pt x="928687" y="1547812"/>
                  </a:lnTo>
                  <a:lnTo>
                    <a:pt x="964406" y="1512093"/>
                  </a:lnTo>
                  <a:lnTo>
                    <a:pt x="1000124" y="1476374"/>
                  </a:lnTo>
                  <a:lnTo>
                    <a:pt x="1035843" y="1440656"/>
                  </a:lnTo>
                  <a:lnTo>
                    <a:pt x="1071562" y="1404937"/>
                  </a:lnTo>
                  <a:lnTo>
                    <a:pt x="1107281" y="1369218"/>
                  </a:lnTo>
                  <a:lnTo>
                    <a:pt x="1142999" y="1333499"/>
                  </a:lnTo>
                  <a:lnTo>
                    <a:pt x="1178718" y="1297781"/>
                  </a:lnTo>
                  <a:lnTo>
                    <a:pt x="1214437" y="1262062"/>
                  </a:lnTo>
                  <a:lnTo>
                    <a:pt x="1250156" y="1226343"/>
                  </a:lnTo>
                  <a:lnTo>
                    <a:pt x="1285874" y="1190624"/>
                  </a:lnTo>
                  <a:lnTo>
                    <a:pt x="1321593" y="1154906"/>
                  </a:lnTo>
                  <a:lnTo>
                    <a:pt x="1357312" y="1119187"/>
                  </a:lnTo>
                  <a:lnTo>
                    <a:pt x="1393031" y="1083468"/>
                  </a:lnTo>
                  <a:lnTo>
                    <a:pt x="1428749" y="1047749"/>
                  </a:lnTo>
                  <a:lnTo>
                    <a:pt x="1464468" y="1012031"/>
                  </a:lnTo>
                  <a:lnTo>
                    <a:pt x="1500187" y="976312"/>
                  </a:lnTo>
                  <a:lnTo>
                    <a:pt x="1535906" y="940593"/>
                  </a:lnTo>
                  <a:lnTo>
                    <a:pt x="1571624" y="904874"/>
                  </a:lnTo>
                  <a:lnTo>
                    <a:pt x="1607343" y="869156"/>
                  </a:lnTo>
                  <a:lnTo>
                    <a:pt x="1643062" y="833437"/>
                  </a:lnTo>
                  <a:lnTo>
                    <a:pt x="1678781" y="797718"/>
                  </a:lnTo>
                  <a:lnTo>
                    <a:pt x="1714499" y="761999"/>
                  </a:lnTo>
                  <a:lnTo>
                    <a:pt x="1750218" y="726281"/>
                  </a:lnTo>
                  <a:lnTo>
                    <a:pt x="1785937" y="690562"/>
                  </a:lnTo>
                  <a:lnTo>
                    <a:pt x="1821656" y="654843"/>
                  </a:lnTo>
                  <a:lnTo>
                    <a:pt x="1857374" y="619124"/>
                  </a:lnTo>
                  <a:lnTo>
                    <a:pt x="1893093" y="583406"/>
                  </a:lnTo>
                  <a:lnTo>
                    <a:pt x="1928812" y="547687"/>
                  </a:lnTo>
                  <a:lnTo>
                    <a:pt x="1964530" y="511968"/>
                  </a:lnTo>
                  <a:lnTo>
                    <a:pt x="2000249" y="476249"/>
                  </a:lnTo>
                  <a:lnTo>
                    <a:pt x="2035968" y="440531"/>
                  </a:lnTo>
                  <a:lnTo>
                    <a:pt x="2071687" y="404812"/>
                  </a:lnTo>
                  <a:lnTo>
                    <a:pt x="2107405" y="369093"/>
                  </a:lnTo>
                  <a:lnTo>
                    <a:pt x="2143124" y="333374"/>
                  </a:lnTo>
                  <a:lnTo>
                    <a:pt x="2178843" y="297656"/>
                  </a:lnTo>
                  <a:lnTo>
                    <a:pt x="2214562" y="261937"/>
                  </a:lnTo>
                  <a:lnTo>
                    <a:pt x="2250280" y="226218"/>
                  </a:lnTo>
                  <a:lnTo>
                    <a:pt x="2285999" y="190499"/>
                  </a:lnTo>
                  <a:lnTo>
                    <a:pt x="2321718" y="154781"/>
                  </a:lnTo>
                  <a:lnTo>
                    <a:pt x="2357437" y="119062"/>
                  </a:lnTo>
                  <a:lnTo>
                    <a:pt x="2393155" y="83343"/>
                  </a:lnTo>
                  <a:lnTo>
                    <a:pt x="2428874" y="47624"/>
                  </a:lnTo>
                  <a:lnTo>
                    <a:pt x="2464593" y="11906"/>
                  </a:lnTo>
                  <a:lnTo>
                    <a:pt x="2476499" y="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1999" y="2590799"/>
              <a:ext cx="3200400" cy="2095500"/>
            </a:xfrm>
            <a:custGeom>
              <a:avLst/>
              <a:gdLst/>
              <a:ahLst/>
              <a:cxnLst/>
              <a:rect l="l" t="t" r="r" b="b"/>
              <a:pathLst>
                <a:path w="3200400" h="2095500">
                  <a:moveTo>
                    <a:pt x="3162299" y="2095499"/>
                  </a:moveTo>
                  <a:lnTo>
                    <a:pt x="38099" y="2095499"/>
                  </a:lnTo>
                  <a:lnTo>
                    <a:pt x="30498" y="2094802"/>
                  </a:lnTo>
                  <a:lnTo>
                    <a:pt x="697" y="2065001"/>
                  </a:lnTo>
                  <a:lnTo>
                    <a:pt x="0" y="205739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3162299" y="0"/>
                  </a:lnTo>
                  <a:lnTo>
                    <a:pt x="3197609" y="23473"/>
                  </a:lnTo>
                  <a:lnTo>
                    <a:pt x="3200399" y="38099"/>
                  </a:lnTo>
                  <a:lnTo>
                    <a:pt x="3200399" y="2057399"/>
                  </a:lnTo>
                  <a:lnTo>
                    <a:pt x="3176925" y="2092709"/>
                  </a:lnTo>
                  <a:lnTo>
                    <a:pt x="3162299" y="2095499"/>
                  </a:lnTo>
                  <a:close/>
                </a:path>
              </a:pathLst>
            </a:custGeom>
            <a:solidFill>
              <a:srgbClr val="292D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1999" y="2590799"/>
              <a:ext cx="3200400" cy="2095500"/>
            </a:xfrm>
            <a:custGeom>
              <a:avLst/>
              <a:gdLst/>
              <a:ahLst/>
              <a:cxnLst/>
              <a:rect l="l" t="t" r="r" b="b"/>
              <a:pathLst>
                <a:path w="3200400" h="2095500">
                  <a:moveTo>
                    <a:pt x="3162299" y="2095499"/>
                  </a:moveTo>
                  <a:lnTo>
                    <a:pt x="38099" y="2095499"/>
                  </a:lnTo>
                  <a:lnTo>
                    <a:pt x="30498" y="2094802"/>
                  </a:lnTo>
                  <a:lnTo>
                    <a:pt x="697" y="2065001"/>
                  </a:lnTo>
                  <a:lnTo>
                    <a:pt x="0" y="2057399"/>
                  </a:lnTo>
                  <a:lnTo>
                    <a:pt x="0" y="38099"/>
                  </a:lnTo>
                  <a:lnTo>
                    <a:pt x="682" y="30665"/>
                  </a:lnTo>
                  <a:lnTo>
                    <a:pt x="697" y="30498"/>
                  </a:lnTo>
                  <a:lnTo>
                    <a:pt x="2733" y="23663"/>
                  </a:lnTo>
                  <a:lnTo>
                    <a:pt x="2789" y="23473"/>
                  </a:lnTo>
                  <a:lnTo>
                    <a:pt x="38099" y="0"/>
                  </a:lnTo>
                  <a:lnTo>
                    <a:pt x="3162299" y="0"/>
                  </a:lnTo>
                  <a:lnTo>
                    <a:pt x="3169901" y="697"/>
                  </a:lnTo>
                  <a:lnTo>
                    <a:pt x="3176925" y="2789"/>
                  </a:lnTo>
                  <a:lnTo>
                    <a:pt x="3183371" y="6277"/>
                  </a:lnTo>
                  <a:lnTo>
                    <a:pt x="3187275" y="9524"/>
                  </a:lnTo>
                  <a:lnTo>
                    <a:pt x="34310" y="9524"/>
                  </a:lnTo>
                  <a:lnTo>
                    <a:pt x="30665" y="10249"/>
                  </a:lnTo>
                  <a:lnTo>
                    <a:pt x="10319" y="30498"/>
                  </a:lnTo>
                  <a:lnTo>
                    <a:pt x="10249" y="30665"/>
                  </a:lnTo>
                  <a:lnTo>
                    <a:pt x="9524" y="34310"/>
                  </a:lnTo>
                  <a:lnTo>
                    <a:pt x="9524" y="2061188"/>
                  </a:lnTo>
                  <a:lnTo>
                    <a:pt x="34310" y="2085974"/>
                  </a:lnTo>
                  <a:lnTo>
                    <a:pt x="3187276" y="2085974"/>
                  </a:lnTo>
                  <a:lnTo>
                    <a:pt x="3183371" y="2089222"/>
                  </a:lnTo>
                  <a:lnTo>
                    <a:pt x="3176925" y="2092710"/>
                  </a:lnTo>
                  <a:lnTo>
                    <a:pt x="3169901" y="2094802"/>
                  </a:lnTo>
                  <a:lnTo>
                    <a:pt x="3162299" y="2095499"/>
                  </a:lnTo>
                  <a:close/>
                </a:path>
                <a:path w="3200400" h="2095500">
                  <a:moveTo>
                    <a:pt x="3187276" y="2085974"/>
                  </a:moveTo>
                  <a:lnTo>
                    <a:pt x="3166088" y="2085974"/>
                  </a:lnTo>
                  <a:lnTo>
                    <a:pt x="3169734" y="2085249"/>
                  </a:lnTo>
                  <a:lnTo>
                    <a:pt x="3176735" y="2082348"/>
                  </a:lnTo>
                  <a:lnTo>
                    <a:pt x="3179825" y="2080284"/>
                  </a:lnTo>
                  <a:lnTo>
                    <a:pt x="3185184" y="2074925"/>
                  </a:lnTo>
                  <a:lnTo>
                    <a:pt x="3187249" y="2071835"/>
                  </a:lnTo>
                  <a:lnTo>
                    <a:pt x="3190079" y="2065001"/>
                  </a:lnTo>
                  <a:lnTo>
                    <a:pt x="3190149" y="2064833"/>
                  </a:lnTo>
                  <a:lnTo>
                    <a:pt x="3190874" y="2061188"/>
                  </a:lnTo>
                  <a:lnTo>
                    <a:pt x="3190874" y="34310"/>
                  </a:lnTo>
                  <a:lnTo>
                    <a:pt x="3166088" y="9524"/>
                  </a:lnTo>
                  <a:lnTo>
                    <a:pt x="3187275" y="9524"/>
                  </a:lnTo>
                  <a:lnTo>
                    <a:pt x="3200399" y="2057399"/>
                  </a:lnTo>
                  <a:lnTo>
                    <a:pt x="3199717" y="2064833"/>
                  </a:lnTo>
                  <a:lnTo>
                    <a:pt x="3199702" y="2065001"/>
                  </a:lnTo>
                  <a:lnTo>
                    <a:pt x="3197666" y="2071835"/>
                  </a:lnTo>
                  <a:lnTo>
                    <a:pt x="3197609" y="2072025"/>
                  </a:lnTo>
                  <a:lnTo>
                    <a:pt x="3194122" y="2078471"/>
                  </a:lnTo>
                  <a:lnTo>
                    <a:pt x="3189240" y="2084340"/>
                  </a:lnTo>
                  <a:lnTo>
                    <a:pt x="3187276" y="208597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81199" y="3371849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152399" y="380999"/>
                  </a:moveTo>
                  <a:lnTo>
                    <a:pt x="76199" y="380999"/>
                  </a:lnTo>
                  <a:lnTo>
                    <a:pt x="76199" y="76199"/>
                  </a:lnTo>
                  <a:lnTo>
                    <a:pt x="82195" y="46562"/>
                  </a:lnTo>
                  <a:lnTo>
                    <a:pt x="98539" y="22339"/>
                  </a:lnTo>
                  <a:lnTo>
                    <a:pt x="122762" y="5995"/>
                  </a:lnTo>
                  <a:lnTo>
                    <a:pt x="152399" y="0"/>
                  </a:lnTo>
                  <a:lnTo>
                    <a:pt x="609599" y="0"/>
                  </a:lnTo>
                  <a:lnTo>
                    <a:pt x="639237" y="5995"/>
                  </a:lnTo>
                  <a:lnTo>
                    <a:pt x="663460" y="22339"/>
                  </a:lnTo>
                  <a:lnTo>
                    <a:pt x="679804" y="46562"/>
                  </a:lnTo>
                  <a:lnTo>
                    <a:pt x="685799" y="76199"/>
                  </a:lnTo>
                  <a:lnTo>
                    <a:pt x="152399" y="76199"/>
                  </a:lnTo>
                  <a:lnTo>
                    <a:pt x="152399" y="380999"/>
                  </a:lnTo>
                  <a:close/>
                </a:path>
                <a:path w="762000" h="533400">
                  <a:moveTo>
                    <a:pt x="685799" y="380999"/>
                  </a:moveTo>
                  <a:lnTo>
                    <a:pt x="609599" y="380999"/>
                  </a:lnTo>
                  <a:lnTo>
                    <a:pt x="609599" y="76199"/>
                  </a:lnTo>
                  <a:lnTo>
                    <a:pt x="685799" y="76199"/>
                  </a:lnTo>
                  <a:lnTo>
                    <a:pt x="685799" y="380999"/>
                  </a:lnTo>
                  <a:close/>
                </a:path>
                <a:path w="762000" h="533400">
                  <a:moveTo>
                    <a:pt x="314339" y="333270"/>
                  </a:moveTo>
                  <a:lnTo>
                    <a:pt x="237053" y="267771"/>
                  </a:lnTo>
                  <a:lnTo>
                    <a:pt x="228659" y="247545"/>
                  </a:lnTo>
                  <a:lnTo>
                    <a:pt x="230757" y="236813"/>
                  </a:lnTo>
                  <a:lnTo>
                    <a:pt x="237053" y="227409"/>
                  </a:lnTo>
                  <a:lnTo>
                    <a:pt x="294203" y="170259"/>
                  </a:lnTo>
                  <a:lnTo>
                    <a:pt x="303674" y="163963"/>
                  </a:lnTo>
                  <a:lnTo>
                    <a:pt x="314429" y="161865"/>
                  </a:lnTo>
                  <a:lnTo>
                    <a:pt x="325161" y="163963"/>
                  </a:lnTo>
                  <a:lnTo>
                    <a:pt x="334565" y="170259"/>
                  </a:lnTo>
                  <a:lnTo>
                    <a:pt x="340810" y="179730"/>
                  </a:lnTo>
                  <a:lnTo>
                    <a:pt x="342914" y="190485"/>
                  </a:lnTo>
                  <a:lnTo>
                    <a:pt x="340844" y="201217"/>
                  </a:lnTo>
                  <a:lnTo>
                    <a:pt x="334326" y="210979"/>
                  </a:lnTo>
                  <a:lnTo>
                    <a:pt x="297760" y="247545"/>
                  </a:lnTo>
                  <a:lnTo>
                    <a:pt x="297552" y="247545"/>
                  </a:lnTo>
                  <a:lnTo>
                    <a:pt x="334565" y="284559"/>
                  </a:lnTo>
                  <a:lnTo>
                    <a:pt x="340816" y="293963"/>
                  </a:lnTo>
                  <a:lnTo>
                    <a:pt x="342942" y="304695"/>
                  </a:lnTo>
                  <a:lnTo>
                    <a:pt x="340874" y="315450"/>
                  </a:lnTo>
                  <a:lnTo>
                    <a:pt x="334565" y="324921"/>
                  </a:lnTo>
                  <a:lnTo>
                    <a:pt x="325094" y="331166"/>
                  </a:lnTo>
                  <a:lnTo>
                    <a:pt x="314339" y="333270"/>
                  </a:lnTo>
                  <a:close/>
                </a:path>
                <a:path w="762000" h="533400">
                  <a:moveTo>
                    <a:pt x="458520" y="331166"/>
                  </a:moveTo>
                  <a:lnTo>
                    <a:pt x="436882" y="331166"/>
                  </a:lnTo>
                  <a:lnTo>
                    <a:pt x="427553" y="324921"/>
                  </a:lnTo>
                  <a:lnTo>
                    <a:pt x="421308" y="315450"/>
                  </a:lnTo>
                  <a:lnTo>
                    <a:pt x="419204" y="304695"/>
                  </a:lnTo>
                  <a:lnTo>
                    <a:pt x="421274" y="293963"/>
                  </a:lnTo>
                  <a:lnTo>
                    <a:pt x="427553" y="284559"/>
                  </a:lnTo>
                  <a:lnTo>
                    <a:pt x="464566" y="247545"/>
                  </a:lnTo>
                  <a:lnTo>
                    <a:pt x="464358" y="247545"/>
                  </a:lnTo>
                  <a:lnTo>
                    <a:pt x="427792" y="210979"/>
                  </a:lnTo>
                  <a:lnTo>
                    <a:pt x="427513" y="210681"/>
                  </a:lnTo>
                  <a:lnTo>
                    <a:pt x="421247" y="201217"/>
                  </a:lnTo>
                  <a:lnTo>
                    <a:pt x="419165" y="190485"/>
                  </a:lnTo>
                  <a:lnTo>
                    <a:pt x="421292" y="179730"/>
                  </a:lnTo>
                  <a:lnTo>
                    <a:pt x="427393" y="170617"/>
                  </a:lnTo>
                  <a:lnTo>
                    <a:pt x="427733" y="170259"/>
                  </a:lnTo>
                  <a:lnTo>
                    <a:pt x="437195" y="164099"/>
                  </a:lnTo>
                  <a:lnTo>
                    <a:pt x="447779" y="162029"/>
                  </a:lnTo>
                  <a:lnTo>
                    <a:pt x="458511" y="164099"/>
                  </a:lnTo>
                  <a:lnTo>
                    <a:pt x="468273" y="170617"/>
                  </a:lnTo>
                  <a:lnTo>
                    <a:pt x="525065" y="227409"/>
                  </a:lnTo>
                  <a:lnTo>
                    <a:pt x="531316" y="236813"/>
                  </a:lnTo>
                  <a:lnTo>
                    <a:pt x="533442" y="247545"/>
                  </a:lnTo>
                  <a:lnTo>
                    <a:pt x="531374" y="258300"/>
                  </a:lnTo>
                  <a:lnTo>
                    <a:pt x="525065" y="267771"/>
                  </a:lnTo>
                  <a:lnTo>
                    <a:pt x="467915" y="324921"/>
                  </a:lnTo>
                  <a:lnTo>
                    <a:pt x="458520" y="331166"/>
                  </a:lnTo>
                  <a:close/>
                </a:path>
                <a:path w="762000" h="533400">
                  <a:moveTo>
                    <a:pt x="468273" y="170617"/>
                  </a:moveTo>
                  <a:lnTo>
                    <a:pt x="467737" y="170259"/>
                  </a:lnTo>
                  <a:lnTo>
                    <a:pt x="467915" y="170259"/>
                  </a:lnTo>
                  <a:lnTo>
                    <a:pt x="468273" y="170617"/>
                  </a:lnTo>
                  <a:close/>
                </a:path>
                <a:path w="762000" h="533400">
                  <a:moveTo>
                    <a:pt x="447918" y="333270"/>
                  </a:moveTo>
                  <a:lnTo>
                    <a:pt x="447461" y="333270"/>
                  </a:lnTo>
                  <a:lnTo>
                    <a:pt x="436700" y="331166"/>
                  </a:lnTo>
                  <a:lnTo>
                    <a:pt x="458701" y="331166"/>
                  </a:lnTo>
                  <a:lnTo>
                    <a:pt x="447918" y="333270"/>
                  </a:lnTo>
                  <a:close/>
                </a:path>
                <a:path w="762000" h="533400">
                  <a:moveTo>
                    <a:pt x="670559" y="533399"/>
                  </a:moveTo>
                  <a:lnTo>
                    <a:pt x="91439" y="533399"/>
                  </a:lnTo>
                  <a:lnTo>
                    <a:pt x="55855" y="526211"/>
                  </a:lnTo>
                  <a:lnTo>
                    <a:pt x="26789" y="506610"/>
                  </a:lnTo>
                  <a:lnTo>
                    <a:pt x="7188" y="477544"/>
                  </a:lnTo>
                  <a:lnTo>
                    <a:pt x="0" y="441959"/>
                  </a:lnTo>
                  <a:lnTo>
                    <a:pt x="1797" y="433063"/>
                  </a:lnTo>
                  <a:lnTo>
                    <a:pt x="6697" y="425797"/>
                  </a:lnTo>
                  <a:lnTo>
                    <a:pt x="13963" y="420897"/>
                  </a:lnTo>
                  <a:lnTo>
                    <a:pt x="22859" y="419099"/>
                  </a:lnTo>
                  <a:lnTo>
                    <a:pt x="739139" y="419099"/>
                  </a:lnTo>
                  <a:lnTo>
                    <a:pt x="748036" y="420897"/>
                  </a:lnTo>
                  <a:lnTo>
                    <a:pt x="755302" y="425797"/>
                  </a:lnTo>
                  <a:lnTo>
                    <a:pt x="760202" y="433063"/>
                  </a:lnTo>
                  <a:lnTo>
                    <a:pt x="761999" y="441959"/>
                  </a:lnTo>
                  <a:lnTo>
                    <a:pt x="754811" y="477544"/>
                  </a:lnTo>
                  <a:lnTo>
                    <a:pt x="735210" y="506610"/>
                  </a:lnTo>
                  <a:lnTo>
                    <a:pt x="706144" y="526211"/>
                  </a:lnTo>
                  <a:lnTo>
                    <a:pt x="670559" y="533399"/>
                  </a:lnTo>
                  <a:close/>
                </a:path>
              </a:pathLst>
            </a:custGeom>
            <a:solidFill>
              <a:srgbClr val="B06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761999" y="761999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76199" y="1142999"/>
                </a:moveTo>
                <a:lnTo>
                  <a:pt x="0" y="1142999"/>
                </a:lnTo>
                <a:lnTo>
                  <a:pt x="0" y="0"/>
                </a:lnTo>
                <a:lnTo>
                  <a:pt x="76199" y="0"/>
                </a:lnTo>
                <a:lnTo>
                  <a:pt x="76199" y="1142999"/>
                </a:lnTo>
                <a:close/>
              </a:path>
            </a:pathLst>
          </a:custGeom>
          <a:solidFill>
            <a:srgbClr val="B065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111250" y="651230"/>
            <a:ext cx="5872480" cy="13912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4100"/>
              </a:lnSpc>
              <a:spcBef>
                <a:spcPts val="120"/>
              </a:spcBef>
            </a:pPr>
            <a:r>
              <a:rPr sz="3900" spc="-20" dirty="0">
                <a:latin typeface="Tahoma"/>
                <a:cs typeface="Tahoma"/>
              </a:rPr>
              <a:t>TEAM</a:t>
            </a:r>
            <a:endParaRPr sz="3900">
              <a:latin typeface="Tahoma"/>
              <a:cs typeface="Tahoma"/>
            </a:endParaRPr>
          </a:p>
          <a:p>
            <a:pPr marL="12700">
              <a:lnSpc>
                <a:spcPts val="6625"/>
              </a:lnSpc>
            </a:pPr>
            <a:r>
              <a:rPr sz="6000" spc="-455" dirty="0"/>
              <a:t>CONTRIBUTION</a:t>
            </a:r>
            <a:endParaRPr sz="6000"/>
          </a:p>
        </p:txBody>
      </p:sp>
      <p:sp>
        <p:nvSpPr>
          <p:cNvPr id="15" name="object 15"/>
          <p:cNvSpPr txBox="1"/>
          <p:nvPr/>
        </p:nvSpPr>
        <p:spPr>
          <a:xfrm>
            <a:off x="994271" y="4855066"/>
            <a:ext cx="2736215" cy="3340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b="1" spc="-114" dirty="0">
                <a:solidFill>
                  <a:srgbClr val="FFFFFF"/>
                </a:solidFill>
                <a:latin typeface="Lucida Sans"/>
                <a:cs typeface="Lucida Sans"/>
              </a:rPr>
              <a:t>Frontend</a:t>
            </a:r>
            <a:r>
              <a:rPr sz="2000" b="1" spc="-21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Lucida Sans"/>
                <a:cs typeface="Lucida Sans"/>
              </a:rPr>
              <a:t>De</a:t>
            </a:r>
            <a:r>
              <a:rPr sz="1850" b="1" spc="-90" dirty="0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sz="2000" b="1" spc="-90" dirty="0">
                <a:solidFill>
                  <a:srgbClr val="FFFFFF"/>
                </a:solidFill>
                <a:latin typeface="Lucida Sans"/>
                <a:cs typeface="Lucida Sans"/>
              </a:rPr>
              <a:t>elopment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66576" y="5279801"/>
            <a:ext cx="2991485" cy="7588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algn="ctr">
              <a:lnSpc>
                <a:spcPct val="118100"/>
              </a:lnSpc>
              <a:spcBef>
                <a:spcPts val="130"/>
              </a:spcBef>
            </a:pPr>
            <a:r>
              <a:rPr sz="1350" spc="-110" dirty="0">
                <a:solidFill>
                  <a:srgbClr val="A0A0A0"/>
                </a:solidFill>
                <a:latin typeface="Arial"/>
                <a:cs typeface="Arial"/>
              </a:rPr>
              <a:t>HTML/CSS</a:t>
            </a:r>
            <a:r>
              <a:rPr sz="1350" spc="-12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0A0"/>
                </a:solidFill>
                <a:latin typeface="Arial"/>
                <a:cs typeface="Arial"/>
              </a:rPr>
              <a:t>for</a:t>
            </a:r>
            <a:r>
              <a:rPr sz="1350" spc="-12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0A0"/>
                </a:solidFill>
                <a:latin typeface="Arial"/>
                <a:cs typeface="Arial"/>
              </a:rPr>
              <a:t>responsive</a:t>
            </a:r>
            <a:r>
              <a:rPr sz="1350" spc="-2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A0A0A0"/>
                </a:solidFill>
                <a:latin typeface="Arial"/>
                <a:cs typeface="Arial"/>
              </a:rPr>
              <a:t>interface</a:t>
            </a:r>
            <a:r>
              <a:rPr sz="1350" spc="-15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0A0"/>
                </a:solidFill>
                <a:latin typeface="Arial"/>
                <a:cs typeface="Arial"/>
              </a:rPr>
              <a:t>design </a:t>
            </a:r>
            <a:r>
              <a:rPr sz="1350" spc="-65" dirty="0">
                <a:solidFill>
                  <a:srgbClr val="A0A0A0"/>
                </a:solidFill>
                <a:latin typeface="Arial"/>
                <a:cs typeface="Arial"/>
              </a:rPr>
              <a:t>JavaScript</a:t>
            </a:r>
            <a:r>
              <a:rPr sz="1350" spc="-12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0A0"/>
                </a:solidFill>
                <a:latin typeface="Arial"/>
                <a:cs typeface="Arial"/>
              </a:rPr>
              <a:t>for</a:t>
            </a:r>
            <a:r>
              <a:rPr sz="1350" spc="-114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0A0"/>
                </a:solidFill>
                <a:latin typeface="Arial"/>
                <a:cs typeface="Arial"/>
              </a:rPr>
              <a:t>dynamic</a:t>
            </a:r>
            <a:r>
              <a:rPr sz="1350" spc="-12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0A0"/>
                </a:solidFill>
                <a:latin typeface="Arial"/>
                <a:cs typeface="Arial"/>
              </a:rPr>
              <a:t>certificate editing </a:t>
            </a:r>
            <a:r>
              <a:rPr sz="1350" spc="-40" dirty="0">
                <a:solidFill>
                  <a:srgbClr val="A0A0A0"/>
                </a:solidFill>
                <a:latin typeface="Arial"/>
                <a:cs typeface="Arial"/>
              </a:rPr>
              <a:t>Interactive</a:t>
            </a:r>
            <a:r>
              <a:rPr sz="1350" spc="5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0A0"/>
                </a:solidFill>
                <a:latin typeface="Arial"/>
                <a:cs typeface="Arial"/>
              </a:rPr>
              <a:t>preview</a:t>
            </a:r>
            <a:r>
              <a:rPr sz="1350" spc="-105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0A0"/>
                </a:solidFill>
                <a:latin typeface="Arial"/>
                <a:cs typeface="Arial"/>
              </a:rPr>
              <a:t>functionality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495799" y="2590799"/>
            <a:ext cx="3200400" cy="2095500"/>
            <a:chOff x="4495799" y="2590799"/>
            <a:chExt cx="3200400" cy="2095500"/>
          </a:xfrm>
        </p:grpSpPr>
        <p:sp>
          <p:nvSpPr>
            <p:cNvPr id="18" name="object 18"/>
            <p:cNvSpPr/>
            <p:nvPr/>
          </p:nvSpPr>
          <p:spPr>
            <a:xfrm>
              <a:off x="4495799" y="2590799"/>
              <a:ext cx="3200400" cy="2095500"/>
            </a:xfrm>
            <a:custGeom>
              <a:avLst/>
              <a:gdLst/>
              <a:ahLst/>
              <a:cxnLst/>
              <a:rect l="l" t="t" r="r" b="b"/>
              <a:pathLst>
                <a:path w="3200400" h="2095500">
                  <a:moveTo>
                    <a:pt x="3162299" y="2095499"/>
                  </a:moveTo>
                  <a:lnTo>
                    <a:pt x="38099" y="2095499"/>
                  </a:lnTo>
                  <a:lnTo>
                    <a:pt x="30497" y="2094802"/>
                  </a:lnTo>
                  <a:lnTo>
                    <a:pt x="697" y="2065001"/>
                  </a:lnTo>
                  <a:lnTo>
                    <a:pt x="0" y="205739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3162299" y="0"/>
                  </a:lnTo>
                  <a:lnTo>
                    <a:pt x="3197609" y="23473"/>
                  </a:lnTo>
                  <a:lnTo>
                    <a:pt x="3200399" y="38099"/>
                  </a:lnTo>
                  <a:lnTo>
                    <a:pt x="3200399" y="2057399"/>
                  </a:lnTo>
                  <a:lnTo>
                    <a:pt x="3176924" y="2092709"/>
                  </a:lnTo>
                  <a:lnTo>
                    <a:pt x="3162299" y="2095499"/>
                  </a:lnTo>
                  <a:close/>
                </a:path>
              </a:pathLst>
            </a:custGeom>
            <a:solidFill>
              <a:srgbClr val="292D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95799" y="2590799"/>
              <a:ext cx="3200400" cy="2095500"/>
            </a:xfrm>
            <a:custGeom>
              <a:avLst/>
              <a:gdLst/>
              <a:ahLst/>
              <a:cxnLst/>
              <a:rect l="l" t="t" r="r" b="b"/>
              <a:pathLst>
                <a:path w="3200400" h="2095500">
                  <a:moveTo>
                    <a:pt x="3162299" y="2095499"/>
                  </a:moveTo>
                  <a:lnTo>
                    <a:pt x="38099" y="2095499"/>
                  </a:lnTo>
                  <a:lnTo>
                    <a:pt x="30497" y="2094802"/>
                  </a:lnTo>
                  <a:lnTo>
                    <a:pt x="697" y="2065001"/>
                  </a:lnTo>
                  <a:lnTo>
                    <a:pt x="0" y="2057399"/>
                  </a:lnTo>
                  <a:lnTo>
                    <a:pt x="0" y="38099"/>
                  </a:lnTo>
                  <a:lnTo>
                    <a:pt x="681" y="30665"/>
                  </a:lnTo>
                  <a:lnTo>
                    <a:pt x="697" y="30498"/>
                  </a:lnTo>
                  <a:lnTo>
                    <a:pt x="30497" y="697"/>
                  </a:lnTo>
                  <a:lnTo>
                    <a:pt x="38099" y="0"/>
                  </a:lnTo>
                  <a:lnTo>
                    <a:pt x="3162299" y="0"/>
                  </a:lnTo>
                  <a:lnTo>
                    <a:pt x="3169901" y="697"/>
                  </a:lnTo>
                  <a:lnTo>
                    <a:pt x="3176924" y="2789"/>
                  </a:lnTo>
                  <a:lnTo>
                    <a:pt x="3183371" y="6277"/>
                  </a:lnTo>
                  <a:lnTo>
                    <a:pt x="3187275" y="9524"/>
                  </a:lnTo>
                  <a:lnTo>
                    <a:pt x="34310" y="9524"/>
                  </a:lnTo>
                  <a:lnTo>
                    <a:pt x="30665" y="10249"/>
                  </a:lnTo>
                  <a:lnTo>
                    <a:pt x="10318" y="30498"/>
                  </a:lnTo>
                  <a:lnTo>
                    <a:pt x="10249" y="30665"/>
                  </a:lnTo>
                  <a:lnTo>
                    <a:pt x="9524" y="34310"/>
                  </a:lnTo>
                  <a:lnTo>
                    <a:pt x="9524" y="2061188"/>
                  </a:lnTo>
                  <a:lnTo>
                    <a:pt x="34310" y="2085974"/>
                  </a:lnTo>
                  <a:lnTo>
                    <a:pt x="3187275" y="2085974"/>
                  </a:lnTo>
                  <a:lnTo>
                    <a:pt x="3183371" y="2089222"/>
                  </a:lnTo>
                  <a:lnTo>
                    <a:pt x="3176924" y="2092710"/>
                  </a:lnTo>
                  <a:lnTo>
                    <a:pt x="3169901" y="2094802"/>
                  </a:lnTo>
                  <a:lnTo>
                    <a:pt x="3162299" y="2095499"/>
                  </a:lnTo>
                  <a:close/>
                </a:path>
                <a:path w="3200400" h="2095500">
                  <a:moveTo>
                    <a:pt x="3187275" y="2085974"/>
                  </a:moveTo>
                  <a:lnTo>
                    <a:pt x="3166088" y="2085974"/>
                  </a:lnTo>
                  <a:lnTo>
                    <a:pt x="3169734" y="2085249"/>
                  </a:lnTo>
                  <a:lnTo>
                    <a:pt x="3176735" y="2082348"/>
                  </a:lnTo>
                  <a:lnTo>
                    <a:pt x="3190873" y="2061188"/>
                  </a:lnTo>
                  <a:lnTo>
                    <a:pt x="3190873" y="34310"/>
                  </a:lnTo>
                  <a:lnTo>
                    <a:pt x="3166088" y="9524"/>
                  </a:lnTo>
                  <a:lnTo>
                    <a:pt x="3187275" y="9524"/>
                  </a:lnTo>
                  <a:lnTo>
                    <a:pt x="3200399" y="2057399"/>
                  </a:lnTo>
                  <a:lnTo>
                    <a:pt x="3199717" y="2064833"/>
                  </a:lnTo>
                  <a:lnTo>
                    <a:pt x="3199702" y="2065001"/>
                  </a:lnTo>
                  <a:lnTo>
                    <a:pt x="3197666" y="2071835"/>
                  </a:lnTo>
                  <a:lnTo>
                    <a:pt x="3197609" y="2072025"/>
                  </a:lnTo>
                  <a:lnTo>
                    <a:pt x="3194122" y="2078471"/>
                  </a:lnTo>
                  <a:lnTo>
                    <a:pt x="3189239" y="2084340"/>
                  </a:lnTo>
                  <a:lnTo>
                    <a:pt x="3187275" y="208597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91200" y="3371849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533399" y="228599"/>
                  </a:moveTo>
                  <a:lnTo>
                    <a:pt x="76199" y="228599"/>
                  </a:lnTo>
                  <a:lnTo>
                    <a:pt x="46562" y="222604"/>
                  </a:lnTo>
                  <a:lnTo>
                    <a:pt x="22339" y="206260"/>
                  </a:lnTo>
                  <a:lnTo>
                    <a:pt x="5995" y="182037"/>
                  </a:lnTo>
                  <a:lnTo>
                    <a:pt x="0" y="152399"/>
                  </a:lnTo>
                  <a:lnTo>
                    <a:pt x="0" y="76199"/>
                  </a:lnTo>
                  <a:lnTo>
                    <a:pt x="5995" y="46562"/>
                  </a:lnTo>
                  <a:lnTo>
                    <a:pt x="22339" y="22339"/>
                  </a:lnTo>
                  <a:lnTo>
                    <a:pt x="46562" y="5995"/>
                  </a:lnTo>
                  <a:lnTo>
                    <a:pt x="76199" y="0"/>
                  </a:lnTo>
                  <a:lnTo>
                    <a:pt x="533399" y="0"/>
                  </a:lnTo>
                  <a:lnTo>
                    <a:pt x="563037" y="5995"/>
                  </a:lnTo>
                  <a:lnTo>
                    <a:pt x="587260" y="22339"/>
                  </a:lnTo>
                  <a:lnTo>
                    <a:pt x="603604" y="46562"/>
                  </a:lnTo>
                  <a:lnTo>
                    <a:pt x="609599" y="76199"/>
                  </a:lnTo>
                  <a:lnTo>
                    <a:pt x="609599" y="85724"/>
                  </a:lnTo>
                  <a:lnTo>
                    <a:pt x="405785" y="85724"/>
                  </a:lnTo>
                  <a:lnTo>
                    <a:pt x="402140" y="86450"/>
                  </a:lnTo>
                  <a:lnTo>
                    <a:pt x="380999" y="110510"/>
                  </a:lnTo>
                  <a:lnTo>
                    <a:pt x="380999" y="118089"/>
                  </a:lnTo>
                  <a:lnTo>
                    <a:pt x="405785" y="142874"/>
                  </a:lnTo>
                  <a:lnTo>
                    <a:pt x="609599" y="142874"/>
                  </a:lnTo>
                  <a:lnTo>
                    <a:pt x="609599" y="152399"/>
                  </a:lnTo>
                  <a:lnTo>
                    <a:pt x="603604" y="182037"/>
                  </a:lnTo>
                  <a:lnTo>
                    <a:pt x="587260" y="206260"/>
                  </a:lnTo>
                  <a:lnTo>
                    <a:pt x="563037" y="222604"/>
                  </a:lnTo>
                  <a:lnTo>
                    <a:pt x="533399" y="228599"/>
                  </a:lnTo>
                  <a:close/>
                </a:path>
                <a:path w="609600" h="533400">
                  <a:moveTo>
                    <a:pt x="491510" y="142874"/>
                  </a:moveTo>
                  <a:lnTo>
                    <a:pt x="413364" y="142874"/>
                  </a:lnTo>
                  <a:lnTo>
                    <a:pt x="417009" y="142149"/>
                  </a:lnTo>
                  <a:lnTo>
                    <a:pt x="424010" y="139249"/>
                  </a:lnTo>
                  <a:lnTo>
                    <a:pt x="438149" y="118089"/>
                  </a:lnTo>
                  <a:lnTo>
                    <a:pt x="438149" y="110510"/>
                  </a:lnTo>
                  <a:lnTo>
                    <a:pt x="413364" y="85724"/>
                  </a:lnTo>
                  <a:lnTo>
                    <a:pt x="491510" y="85724"/>
                  </a:lnTo>
                  <a:lnTo>
                    <a:pt x="466724" y="110510"/>
                  </a:lnTo>
                  <a:lnTo>
                    <a:pt x="466724" y="118089"/>
                  </a:lnTo>
                  <a:lnTo>
                    <a:pt x="487865" y="142149"/>
                  </a:lnTo>
                  <a:lnTo>
                    <a:pt x="491510" y="142874"/>
                  </a:lnTo>
                  <a:close/>
                </a:path>
                <a:path w="609600" h="533400">
                  <a:moveTo>
                    <a:pt x="609599" y="142874"/>
                  </a:moveTo>
                  <a:lnTo>
                    <a:pt x="499089" y="142874"/>
                  </a:lnTo>
                  <a:lnTo>
                    <a:pt x="502734" y="142149"/>
                  </a:lnTo>
                  <a:lnTo>
                    <a:pt x="509735" y="139249"/>
                  </a:lnTo>
                  <a:lnTo>
                    <a:pt x="523874" y="118089"/>
                  </a:lnTo>
                  <a:lnTo>
                    <a:pt x="523874" y="110510"/>
                  </a:lnTo>
                  <a:lnTo>
                    <a:pt x="499089" y="85724"/>
                  </a:lnTo>
                  <a:lnTo>
                    <a:pt x="609599" y="85724"/>
                  </a:lnTo>
                  <a:lnTo>
                    <a:pt x="609599" y="142874"/>
                  </a:lnTo>
                  <a:close/>
                </a:path>
                <a:path w="609600" h="533400">
                  <a:moveTo>
                    <a:pt x="533399" y="533399"/>
                  </a:moveTo>
                  <a:lnTo>
                    <a:pt x="76199" y="533399"/>
                  </a:lnTo>
                  <a:lnTo>
                    <a:pt x="46562" y="527404"/>
                  </a:lnTo>
                  <a:lnTo>
                    <a:pt x="22339" y="511060"/>
                  </a:lnTo>
                  <a:lnTo>
                    <a:pt x="5995" y="486837"/>
                  </a:lnTo>
                  <a:lnTo>
                    <a:pt x="0" y="457199"/>
                  </a:lnTo>
                  <a:lnTo>
                    <a:pt x="0" y="380999"/>
                  </a:lnTo>
                  <a:lnTo>
                    <a:pt x="5995" y="351362"/>
                  </a:lnTo>
                  <a:lnTo>
                    <a:pt x="22339" y="327139"/>
                  </a:lnTo>
                  <a:lnTo>
                    <a:pt x="46562" y="310795"/>
                  </a:lnTo>
                  <a:lnTo>
                    <a:pt x="76199" y="304799"/>
                  </a:lnTo>
                  <a:lnTo>
                    <a:pt x="533399" y="304799"/>
                  </a:lnTo>
                  <a:lnTo>
                    <a:pt x="563037" y="310795"/>
                  </a:lnTo>
                  <a:lnTo>
                    <a:pt x="587260" y="327139"/>
                  </a:lnTo>
                  <a:lnTo>
                    <a:pt x="603604" y="351362"/>
                  </a:lnTo>
                  <a:lnTo>
                    <a:pt x="609599" y="380999"/>
                  </a:lnTo>
                  <a:lnTo>
                    <a:pt x="609599" y="390524"/>
                  </a:lnTo>
                  <a:lnTo>
                    <a:pt x="405785" y="390524"/>
                  </a:lnTo>
                  <a:lnTo>
                    <a:pt x="402140" y="391249"/>
                  </a:lnTo>
                  <a:lnTo>
                    <a:pt x="380999" y="415310"/>
                  </a:lnTo>
                  <a:lnTo>
                    <a:pt x="380999" y="422889"/>
                  </a:lnTo>
                  <a:lnTo>
                    <a:pt x="405785" y="447674"/>
                  </a:lnTo>
                  <a:lnTo>
                    <a:pt x="609599" y="447674"/>
                  </a:lnTo>
                  <a:lnTo>
                    <a:pt x="609599" y="457199"/>
                  </a:lnTo>
                  <a:lnTo>
                    <a:pt x="603604" y="486837"/>
                  </a:lnTo>
                  <a:lnTo>
                    <a:pt x="587260" y="511060"/>
                  </a:lnTo>
                  <a:lnTo>
                    <a:pt x="563037" y="527404"/>
                  </a:lnTo>
                  <a:lnTo>
                    <a:pt x="533399" y="533399"/>
                  </a:lnTo>
                  <a:close/>
                </a:path>
                <a:path w="609600" h="533400">
                  <a:moveTo>
                    <a:pt x="501035" y="447674"/>
                  </a:moveTo>
                  <a:lnTo>
                    <a:pt x="413364" y="447674"/>
                  </a:lnTo>
                  <a:lnTo>
                    <a:pt x="417009" y="446949"/>
                  </a:lnTo>
                  <a:lnTo>
                    <a:pt x="424010" y="444049"/>
                  </a:lnTo>
                  <a:lnTo>
                    <a:pt x="438149" y="422889"/>
                  </a:lnTo>
                  <a:lnTo>
                    <a:pt x="438149" y="415310"/>
                  </a:lnTo>
                  <a:lnTo>
                    <a:pt x="413364" y="390524"/>
                  </a:lnTo>
                  <a:lnTo>
                    <a:pt x="501035" y="390524"/>
                  </a:lnTo>
                  <a:lnTo>
                    <a:pt x="476249" y="415310"/>
                  </a:lnTo>
                  <a:lnTo>
                    <a:pt x="476249" y="422889"/>
                  </a:lnTo>
                  <a:lnTo>
                    <a:pt x="497390" y="446949"/>
                  </a:lnTo>
                  <a:lnTo>
                    <a:pt x="501035" y="447674"/>
                  </a:lnTo>
                  <a:close/>
                </a:path>
                <a:path w="609600" h="533400">
                  <a:moveTo>
                    <a:pt x="609599" y="447674"/>
                  </a:moveTo>
                  <a:lnTo>
                    <a:pt x="508614" y="447674"/>
                  </a:lnTo>
                  <a:lnTo>
                    <a:pt x="512259" y="446949"/>
                  </a:lnTo>
                  <a:lnTo>
                    <a:pt x="519260" y="444049"/>
                  </a:lnTo>
                  <a:lnTo>
                    <a:pt x="533399" y="422889"/>
                  </a:lnTo>
                  <a:lnTo>
                    <a:pt x="533399" y="415310"/>
                  </a:lnTo>
                  <a:lnTo>
                    <a:pt x="508614" y="390524"/>
                  </a:lnTo>
                  <a:lnTo>
                    <a:pt x="609599" y="390524"/>
                  </a:lnTo>
                  <a:lnTo>
                    <a:pt x="609599" y="447674"/>
                  </a:lnTo>
                  <a:close/>
                </a:path>
              </a:pathLst>
            </a:custGeom>
            <a:solidFill>
              <a:srgbClr val="B06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224561" y="4855066"/>
            <a:ext cx="1743075" cy="3340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b="1" spc="-95" dirty="0">
                <a:solidFill>
                  <a:srgbClr val="FFFFFF"/>
                </a:solidFill>
                <a:latin typeface="Lucida Sans"/>
                <a:cs typeface="Lucida Sans"/>
              </a:rPr>
              <a:t>Backend</a:t>
            </a:r>
            <a:r>
              <a:rPr sz="2000" b="1" spc="-21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00" b="1" spc="-55" dirty="0">
                <a:solidFill>
                  <a:srgbClr val="FFFFFF"/>
                </a:solidFill>
                <a:latin typeface="Lucida Sans"/>
                <a:cs typeface="Lucida Sans"/>
              </a:rPr>
              <a:t>Logic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04097" y="5279801"/>
            <a:ext cx="2983865" cy="7588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065" marR="5080" indent="-635" algn="ctr">
              <a:lnSpc>
                <a:spcPct val="118100"/>
              </a:lnSpc>
              <a:spcBef>
                <a:spcPts val="130"/>
              </a:spcBef>
            </a:pPr>
            <a:r>
              <a:rPr sz="1350" spc="-190" dirty="0">
                <a:solidFill>
                  <a:srgbClr val="A0A0A0"/>
                </a:solidFill>
                <a:latin typeface="Arial"/>
                <a:cs typeface="Arial"/>
              </a:rPr>
              <a:t>ASP.NET</a:t>
            </a:r>
            <a:r>
              <a:rPr sz="1350" spc="-15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120" dirty="0">
                <a:solidFill>
                  <a:srgbClr val="A0A0A0"/>
                </a:solidFill>
                <a:latin typeface="Arial"/>
                <a:cs typeface="Arial"/>
              </a:rPr>
              <a:t>Web</a:t>
            </a:r>
            <a:r>
              <a:rPr sz="1350" spc="-105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100" dirty="0">
                <a:solidFill>
                  <a:srgbClr val="A0A0A0"/>
                </a:solidFill>
                <a:latin typeface="Arial"/>
                <a:cs typeface="Arial"/>
              </a:rPr>
              <a:t>Forms</a:t>
            </a:r>
            <a:r>
              <a:rPr sz="1350" spc="-105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75" dirty="0">
                <a:solidFill>
                  <a:srgbClr val="A0A0A0"/>
                </a:solidFill>
                <a:latin typeface="Arial"/>
                <a:cs typeface="Arial"/>
              </a:rPr>
              <a:t>(C#)</a:t>
            </a:r>
            <a:r>
              <a:rPr sz="1350" spc="-105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0A0"/>
                </a:solidFill>
                <a:latin typeface="Arial"/>
                <a:cs typeface="Arial"/>
              </a:rPr>
              <a:t>implementation </a:t>
            </a:r>
            <a:r>
              <a:rPr sz="1350" spc="-150" dirty="0">
                <a:solidFill>
                  <a:srgbClr val="A0A0A0"/>
                </a:solidFill>
                <a:latin typeface="Arial"/>
                <a:cs typeface="Arial"/>
              </a:rPr>
              <a:t>API</a:t>
            </a:r>
            <a:r>
              <a:rPr sz="1350" spc="-12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0A0"/>
                </a:solidFill>
                <a:latin typeface="Arial"/>
                <a:cs typeface="Arial"/>
              </a:rPr>
              <a:t>development</a:t>
            </a:r>
            <a:r>
              <a:rPr sz="1350" spc="-12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0A0"/>
                </a:solidFill>
                <a:latin typeface="Arial"/>
                <a:cs typeface="Arial"/>
              </a:rPr>
              <a:t>for</a:t>
            </a:r>
            <a:r>
              <a:rPr sz="1350" spc="-125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0A0"/>
                </a:solidFill>
                <a:latin typeface="Arial"/>
                <a:cs typeface="Arial"/>
              </a:rPr>
              <a:t>certificate</a:t>
            </a:r>
            <a:r>
              <a:rPr sz="1350" spc="-15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A0A0A0"/>
                </a:solidFill>
                <a:latin typeface="Arial"/>
                <a:cs typeface="Arial"/>
              </a:rPr>
              <a:t>operations </a:t>
            </a:r>
            <a:r>
              <a:rPr sz="1350" spc="-25" dirty="0">
                <a:solidFill>
                  <a:srgbClr val="A0A0A0"/>
                </a:solidFill>
                <a:latin typeface="Arial"/>
                <a:cs typeface="Arial"/>
              </a:rPr>
              <a:t>Authentication</a:t>
            </a:r>
            <a:r>
              <a:rPr sz="1350" spc="-9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A0A0A0"/>
                </a:solidFill>
                <a:latin typeface="Comic Sans MS"/>
                <a:cs typeface="Comic Sans MS"/>
              </a:rPr>
              <a:t>&amp;</a:t>
            </a:r>
            <a:r>
              <a:rPr sz="1300" spc="-95" dirty="0">
                <a:solidFill>
                  <a:srgbClr val="A0A0A0"/>
                </a:solidFill>
                <a:latin typeface="Comic Sans MS"/>
                <a:cs typeface="Comic Sans MS"/>
              </a:rPr>
              <a:t> </a:t>
            </a:r>
            <a:r>
              <a:rPr sz="1350" spc="-25" dirty="0">
                <a:solidFill>
                  <a:srgbClr val="A0A0A0"/>
                </a:solidFill>
                <a:latin typeface="Arial"/>
                <a:cs typeface="Arial"/>
              </a:rPr>
              <a:t>security</a:t>
            </a:r>
            <a:r>
              <a:rPr sz="1350" spc="-9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0A0"/>
                </a:solidFill>
                <a:latin typeface="Arial"/>
                <a:cs typeface="Arial"/>
              </a:rPr>
              <a:t>measures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229599" y="2590799"/>
            <a:ext cx="3200400" cy="2095500"/>
            <a:chOff x="8229599" y="2590799"/>
            <a:chExt cx="3200400" cy="2095500"/>
          </a:xfrm>
        </p:grpSpPr>
        <p:sp>
          <p:nvSpPr>
            <p:cNvPr id="24" name="object 24"/>
            <p:cNvSpPr/>
            <p:nvPr/>
          </p:nvSpPr>
          <p:spPr>
            <a:xfrm>
              <a:off x="8229599" y="2590799"/>
              <a:ext cx="3200400" cy="2095500"/>
            </a:xfrm>
            <a:custGeom>
              <a:avLst/>
              <a:gdLst/>
              <a:ahLst/>
              <a:cxnLst/>
              <a:rect l="l" t="t" r="r" b="b"/>
              <a:pathLst>
                <a:path w="3200400" h="2095500">
                  <a:moveTo>
                    <a:pt x="3162299" y="2095499"/>
                  </a:moveTo>
                  <a:lnTo>
                    <a:pt x="38099" y="2095499"/>
                  </a:lnTo>
                  <a:lnTo>
                    <a:pt x="30497" y="2094802"/>
                  </a:lnTo>
                  <a:lnTo>
                    <a:pt x="697" y="2065001"/>
                  </a:lnTo>
                  <a:lnTo>
                    <a:pt x="0" y="205739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3162299" y="0"/>
                  </a:lnTo>
                  <a:lnTo>
                    <a:pt x="3197609" y="23473"/>
                  </a:lnTo>
                  <a:lnTo>
                    <a:pt x="3200399" y="38099"/>
                  </a:lnTo>
                  <a:lnTo>
                    <a:pt x="3200399" y="2057399"/>
                  </a:lnTo>
                  <a:lnTo>
                    <a:pt x="3176925" y="2092709"/>
                  </a:lnTo>
                  <a:lnTo>
                    <a:pt x="3162299" y="2095499"/>
                  </a:lnTo>
                  <a:close/>
                </a:path>
              </a:pathLst>
            </a:custGeom>
            <a:solidFill>
              <a:srgbClr val="292D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229599" y="2590799"/>
              <a:ext cx="3200400" cy="2095500"/>
            </a:xfrm>
            <a:custGeom>
              <a:avLst/>
              <a:gdLst/>
              <a:ahLst/>
              <a:cxnLst/>
              <a:rect l="l" t="t" r="r" b="b"/>
              <a:pathLst>
                <a:path w="3200400" h="2095500">
                  <a:moveTo>
                    <a:pt x="3162299" y="2095499"/>
                  </a:moveTo>
                  <a:lnTo>
                    <a:pt x="38099" y="2095499"/>
                  </a:lnTo>
                  <a:lnTo>
                    <a:pt x="30497" y="2094802"/>
                  </a:lnTo>
                  <a:lnTo>
                    <a:pt x="697" y="2065001"/>
                  </a:lnTo>
                  <a:lnTo>
                    <a:pt x="0" y="205739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3162299" y="0"/>
                  </a:lnTo>
                  <a:lnTo>
                    <a:pt x="3169901" y="697"/>
                  </a:lnTo>
                  <a:lnTo>
                    <a:pt x="3176925" y="2789"/>
                  </a:lnTo>
                  <a:lnTo>
                    <a:pt x="3183371" y="6277"/>
                  </a:lnTo>
                  <a:lnTo>
                    <a:pt x="3187275" y="9524"/>
                  </a:lnTo>
                  <a:lnTo>
                    <a:pt x="34309" y="9524"/>
                  </a:lnTo>
                  <a:lnTo>
                    <a:pt x="30663" y="10249"/>
                  </a:lnTo>
                  <a:lnTo>
                    <a:pt x="9523" y="34310"/>
                  </a:lnTo>
                  <a:lnTo>
                    <a:pt x="9523" y="2061188"/>
                  </a:lnTo>
                  <a:lnTo>
                    <a:pt x="34309" y="2085974"/>
                  </a:lnTo>
                  <a:lnTo>
                    <a:pt x="3187275" y="2085974"/>
                  </a:lnTo>
                  <a:lnTo>
                    <a:pt x="3183371" y="2089222"/>
                  </a:lnTo>
                  <a:lnTo>
                    <a:pt x="3176925" y="2092710"/>
                  </a:lnTo>
                  <a:lnTo>
                    <a:pt x="3169901" y="2094802"/>
                  </a:lnTo>
                  <a:lnTo>
                    <a:pt x="3162299" y="2095499"/>
                  </a:lnTo>
                  <a:close/>
                </a:path>
                <a:path w="3200400" h="2095500">
                  <a:moveTo>
                    <a:pt x="3187275" y="2085974"/>
                  </a:moveTo>
                  <a:lnTo>
                    <a:pt x="3166087" y="2085974"/>
                  </a:lnTo>
                  <a:lnTo>
                    <a:pt x="3169732" y="2085249"/>
                  </a:lnTo>
                  <a:lnTo>
                    <a:pt x="3176733" y="2082348"/>
                  </a:lnTo>
                  <a:lnTo>
                    <a:pt x="3179823" y="2080284"/>
                  </a:lnTo>
                  <a:lnTo>
                    <a:pt x="3185181" y="2074925"/>
                  </a:lnTo>
                  <a:lnTo>
                    <a:pt x="3187246" y="2071835"/>
                  </a:lnTo>
                  <a:lnTo>
                    <a:pt x="3190077" y="2065001"/>
                  </a:lnTo>
                  <a:lnTo>
                    <a:pt x="3190147" y="2064833"/>
                  </a:lnTo>
                  <a:lnTo>
                    <a:pt x="3190873" y="2061188"/>
                  </a:lnTo>
                  <a:lnTo>
                    <a:pt x="3190873" y="34310"/>
                  </a:lnTo>
                  <a:lnTo>
                    <a:pt x="3166087" y="9524"/>
                  </a:lnTo>
                  <a:lnTo>
                    <a:pt x="3187275" y="9524"/>
                  </a:lnTo>
                  <a:lnTo>
                    <a:pt x="3200399" y="2057399"/>
                  </a:lnTo>
                  <a:lnTo>
                    <a:pt x="3199717" y="2064833"/>
                  </a:lnTo>
                  <a:lnTo>
                    <a:pt x="3199702" y="2065001"/>
                  </a:lnTo>
                  <a:lnTo>
                    <a:pt x="3197666" y="2071835"/>
                  </a:lnTo>
                  <a:lnTo>
                    <a:pt x="3197609" y="2072025"/>
                  </a:lnTo>
                  <a:lnTo>
                    <a:pt x="3194122" y="2078471"/>
                  </a:lnTo>
                  <a:lnTo>
                    <a:pt x="3189239" y="2084340"/>
                  </a:lnTo>
                  <a:lnTo>
                    <a:pt x="3187275" y="208597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563099" y="3333749"/>
              <a:ext cx="533400" cy="609600"/>
            </a:xfrm>
            <a:custGeom>
              <a:avLst/>
              <a:gdLst/>
              <a:ahLst/>
              <a:cxnLst/>
              <a:rect l="l" t="t" r="r" b="b"/>
              <a:pathLst>
                <a:path w="533400" h="609600">
                  <a:moveTo>
                    <a:pt x="266699" y="247649"/>
                  </a:moveTo>
                  <a:lnTo>
                    <a:pt x="195805" y="244248"/>
                  </a:lnTo>
                  <a:lnTo>
                    <a:pt x="132097" y="234650"/>
                  </a:lnTo>
                  <a:lnTo>
                    <a:pt x="78119" y="219759"/>
                  </a:lnTo>
                  <a:lnTo>
                    <a:pt x="36415" y="200483"/>
                  </a:lnTo>
                  <a:lnTo>
                    <a:pt x="0" y="152399"/>
                  </a:lnTo>
                  <a:lnTo>
                    <a:pt x="0" y="95249"/>
                  </a:lnTo>
                  <a:lnTo>
                    <a:pt x="36415" y="47166"/>
                  </a:lnTo>
                  <a:lnTo>
                    <a:pt x="78119" y="27890"/>
                  </a:lnTo>
                  <a:lnTo>
                    <a:pt x="132097" y="12999"/>
                  </a:lnTo>
                  <a:lnTo>
                    <a:pt x="195805" y="3400"/>
                  </a:lnTo>
                  <a:lnTo>
                    <a:pt x="266699" y="0"/>
                  </a:lnTo>
                  <a:lnTo>
                    <a:pt x="337594" y="3400"/>
                  </a:lnTo>
                  <a:lnTo>
                    <a:pt x="401302" y="12999"/>
                  </a:lnTo>
                  <a:lnTo>
                    <a:pt x="455280" y="27890"/>
                  </a:lnTo>
                  <a:lnTo>
                    <a:pt x="496984" y="47166"/>
                  </a:lnTo>
                  <a:lnTo>
                    <a:pt x="533399" y="95249"/>
                  </a:lnTo>
                  <a:lnTo>
                    <a:pt x="533399" y="152399"/>
                  </a:lnTo>
                  <a:lnTo>
                    <a:pt x="496984" y="200483"/>
                  </a:lnTo>
                  <a:lnTo>
                    <a:pt x="455280" y="219759"/>
                  </a:lnTo>
                  <a:lnTo>
                    <a:pt x="401302" y="234650"/>
                  </a:lnTo>
                  <a:lnTo>
                    <a:pt x="337594" y="244248"/>
                  </a:lnTo>
                  <a:lnTo>
                    <a:pt x="266699" y="247649"/>
                  </a:lnTo>
                  <a:close/>
                </a:path>
                <a:path w="533400" h="609600">
                  <a:moveTo>
                    <a:pt x="266699" y="438149"/>
                  </a:moveTo>
                  <a:lnTo>
                    <a:pt x="195805" y="434748"/>
                  </a:lnTo>
                  <a:lnTo>
                    <a:pt x="132097" y="425150"/>
                  </a:lnTo>
                  <a:lnTo>
                    <a:pt x="78119" y="410259"/>
                  </a:lnTo>
                  <a:lnTo>
                    <a:pt x="36415" y="390983"/>
                  </a:lnTo>
                  <a:lnTo>
                    <a:pt x="0" y="342899"/>
                  </a:lnTo>
                  <a:lnTo>
                    <a:pt x="0" y="221575"/>
                  </a:lnTo>
                  <a:lnTo>
                    <a:pt x="14125" y="231533"/>
                  </a:lnTo>
                  <a:lnTo>
                    <a:pt x="29910" y="240521"/>
                  </a:lnTo>
                  <a:lnTo>
                    <a:pt x="65246" y="255627"/>
                  </a:lnTo>
                  <a:lnTo>
                    <a:pt x="108477" y="268370"/>
                  </a:lnTo>
                  <a:lnTo>
                    <a:pt x="157222" y="277832"/>
                  </a:lnTo>
                  <a:lnTo>
                    <a:pt x="210342" y="283722"/>
                  </a:lnTo>
                  <a:lnTo>
                    <a:pt x="266699" y="285749"/>
                  </a:lnTo>
                  <a:lnTo>
                    <a:pt x="533399" y="285749"/>
                  </a:lnTo>
                  <a:lnTo>
                    <a:pt x="533399" y="342899"/>
                  </a:lnTo>
                  <a:lnTo>
                    <a:pt x="496984" y="390983"/>
                  </a:lnTo>
                  <a:lnTo>
                    <a:pt x="455280" y="410259"/>
                  </a:lnTo>
                  <a:lnTo>
                    <a:pt x="401302" y="425150"/>
                  </a:lnTo>
                  <a:lnTo>
                    <a:pt x="337594" y="434748"/>
                  </a:lnTo>
                  <a:lnTo>
                    <a:pt x="266699" y="438149"/>
                  </a:lnTo>
                  <a:close/>
                </a:path>
                <a:path w="533400" h="609600">
                  <a:moveTo>
                    <a:pt x="533399" y="285749"/>
                  </a:moveTo>
                  <a:lnTo>
                    <a:pt x="266699" y="285749"/>
                  </a:lnTo>
                  <a:lnTo>
                    <a:pt x="323057" y="283722"/>
                  </a:lnTo>
                  <a:lnTo>
                    <a:pt x="376177" y="277832"/>
                  </a:lnTo>
                  <a:lnTo>
                    <a:pt x="424922" y="268370"/>
                  </a:lnTo>
                  <a:lnTo>
                    <a:pt x="468153" y="255627"/>
                  </a:lnTo>
                  <a:lnTo>
                    <a:pt x="503411" y="240521"/>
                  </a:lnTo>
                  <a:lnTo>
                    <a:pt x="533399" y="221575"/>
                  </a:lnTo>
                  <a:lnTo>
                    <a:pt x="533399" y="285749"/>
                  </a:lnTo>
                  <a:close/>
                </a:path>
                <a:path w="533400" h="609600">
                  <a:moveTo>
                    <a:pt x="266699" y="609599"/>
                  </a:moveTo>
                  <a:lnTo>
                    <a:pt x="195805" y="606198"/>
                  </a:lnTo>
                  <a:lnTo>
                    <a:pt x="132097" y="596600"/>
                  </a:lnTo>
                  <a:lnTo>
                    <a:pt x="78119" y="581709"/>
                  </a:lnTo>
                  <a:lnTo>
                    <a:pt x="36415" y="562433"/>
                  </a:lnTo>
                  <a:lnTo>
                    <a:pt x="0" y="514349"/>
                  </a:lnTo>
                  <a:lnTo>
                    <a:pt x="0" y="412075"/>
                  </a:lnTo>
                  <a:lnTo>
                    <a:pt x="14125" y="422033"/>
                  </a:lnTo>
                  <a:lnTo>
                    <a:pt x="29910" y="431021"/>
                  </a:lnTo>
                  <a:lnTo>
                    <a:pt x="65246" y="446127"/>
                  </a:lnTo>
                  <a:lnTo>
                    <a:pt x="108477" y="458870"/>
                  </a:lnTo>
                  <a:lnTo>
                    <a:pt x="157222" y="468332"/>
                  </a:lnTo>
                  <a:lnTo>
                    <a:pt x="210342" y="474222"/>
                  </a:lnTo>
                  <a:lnTo>
                    <a:pt x="266699" y="476249"/>
                  </a:lnTo>
                  <a:lnTo>
                    <a:pt x="533399" y="476249"/>
                  </a:lnTo>
                  <a:lnTo>
                    <a:pt x="533399" y="514349"/>
                  </a:lnTo>
                  <a:lnTo>
                    <a:pt x="496984" y="562433"/>
                  </a:lnTo>
                  <a:lnTo>
                    <a:pt x="455280" y="581709"/>
                  </a:lnTo>
                  <a:lnTo>
                    <a:pt x="401302" y="596600"/>
                  </a:lnTo>
                  <a:lnTo>
                    <a:pt x="337594" y="606198"/>
                  </a:lnTo>
                  <a:lnTo>
                    <a:pt x="266699" y="609599"/>
                  </a:lnTo>
                  <a:close/>
                </a:path>
                <a:path w="533400" h="609600">
                  <a:moveTo>
                    <a:pt x="533399" y="476249"/>
                  </a:moveTo>
                  <a:lnTo>
                    <a:pt x="266699" y="476249"/>
                  </a:lnTo>
                  <a:lnTo>
                    <a:pt x="323057" y="474222"/>
                  </a:lnTo>
                  <a:lnTo>
                    <a:pt x="376177" y="468332"/>
                  </a:lnTo>
                  <a:lnTo>
                    <a:pt x="424922" y="458870"/>
                  </a:lnTo>
                  <a:lnTo>
                    <a:pt x="468153" y="446127"/>
                  </a:lnTo>
                  <a:lnTo>
                    <a:pt x="503411" y="431021"/>
                  </a:lnTo>
                  <a:lnTo>
                    <a:pt x="533399" y="412075"/>
                  </a:lnTo>
                  <a:lnTo>
                    <a:pt x="533399" y="476249"/>
                  </a:lnTo>
                  <a:close/>
                </a:path>
              </a:pathLst>
            </a:custGeom>
            <a:solidFill>
              <a:srgbClr val="B06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681392" y="4855066"/>
            <a:ext cx="2296795" cy="3340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b="1" spc="-114" dirty="0">
                <a:solidFill>
                  <a:srgbClr val="FFFFFF"/>
                </a:solidFill>
                <a:latin typeface="Lucida Sans"/>
                <a:cs typeface="Lucida Sans"/>
              </a:rPr>
              <a:t>Database</a:t>
            </a:r>
            <a:r>
              <a:rPr sz="2000" b="1" spc="-204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Lucida Sans"/>
                <a:cs typeface="Lucida Sans"/>
              </a:rPr>
              <a:t>Str</a:t>
            </a:r>
            <a:r>
              <a:rPr sz="1850" b="1" spc="-4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2000" b="1" spc="-45" dirty="0">
                <a:solidFill>
                  <a:srgbClr val="FFFFFF"/>
                </a:solidFill>
                <a:latin typeface="Lucida Sans"/>
                <a:cs typeface="Lucida Sans"/>
              </a:rPr>
              <a:t>ct</a:t>
            </a:r>
            <a:r>
              <a:rPr sz="1850" b="1" spc="-4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2000" b="1" spc="-45" dirty="0">
                <a:solidFill>
                  <a:srgbClr val="FFFFFF"/>
                </a:solidFill>
                <a:latin typeface="Lucida Sans"/>
                <a:cs typeface="Lucida Sans"/>
              </a:rPr>
              <a:t>re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09942" y="5279801"/>
            <a:ext cx="2639695" cy="7588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indent="325755">
              <a:lnSpc>
                <a:spcPct val="118100"/>
              </a:lnSpc>
              <a:spcBef>
                <a:spcPts val="130"/>
              </a:spcBef>
            </a:pPr>
            <a:r>
              <a:rPr sz="1350" spc="-170" dirty="0">
                <a:solidFill>
                  <a:srgbClr val="A0A0A0"/>
                </a:solidFill>
                <a:latin typeface="Arial"/>
                <a:cs typeface="Arial"/>
              </a:rPr>
              <a:t>SQL</a:t>
            </a:r>
            <a:r>
              <a:rPr sz="1350" spc="-18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A0A0A0"/>
                </a:solidFill>
                <a:latin typeface="Arial"/>
                <a:cs typeface="Arial"/>
              </a:rPr>
              <a:t>Server</a:t>
            </a:r>
            <a:r>
              <a:rPr sz="1350" spc="-105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0A0"/>
                </a:solidFill>
                <a:latin typeface="Arial"/>
                <a:cs typeface="Arial"/>
              </a:rPr>
              <a:t>database</a:t>
            </a:r>
            <a:r>
              <a:rPr sz="135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0A0"/>
                </a:solidFill>
                <a:latin typeface="Arial"/>
                <a:cs typeface="Arial"/>
              </a:rPr>
              <a:t>design </a:t>
            </a:r>
            <a:r>
              <a:rPr sz="1350" spc="-35" dirty="0">
                <a:solidFill>
                  <a:srgbClr val="A0A0A0"/>
                </a:solidFill>
                <a:latin typeface="Arial"/>
                <a:cs typeface="Arial"/>
              </a:rPr>
              <a:t>Efficient</a:t>
            </a:r>
            <a:r>
              <a:rPr sz="1350" spc="-114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A0A0A0"/>
                </a:solidFill>
                <a:latin typeface="Arial"/>
                <a:cs typeface="Arial"/>
              </a:rPr>
              <a:t>data</a:t>
            </a:r>
            <a:r>
              <a:rPr sz="1350" spc="-11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0A0"/>
                </a:solidFill>
                <a:latin typeface="Arial"/>
                <a:cs typeface="Arial"/>
              </a:rPr>
              <a:t>storage</a:t>
            </a:r>
            <a:r>
              <a:rPr sz="1350" spc="-5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0A0"/>
                </a:solidFill>
                <a:latin typeface="Arial"/>
                <a:cs typeface="Arial"/>
              </a:rPr>
              <a:t>architecture </a:t>
            </a:r>
            <a:r>
              <a:rPr sz="1350" spc="-60" dirty="0">
                <a:solidFill>
                  <a:srgbClr val="A0A0A0"/>
                </a:solidFill>
                <a:latin typeface="Arial"/>
                <a:cs typeface="Arial"/>
              </a:rPr>
              <a:t>Optimized</a:t>
            </a:r>
            <a:r>
              <a:rPr sz="1350" spc="-125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0A0"/>
                </a:solidFill>
                <a:latin typeface="Arial"/>
                <a:cs typeface="Arial"/>
              </a:rPr>
              <a:t>queries</a:t>
            </a:r>
            <a:r>
              <a:rPr sz="1350" spc="-114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0A0"/>
                </a:solidFill>
                <a:latin typeface="Arial"/>
                <a:cs typeface="Arial"/>
              </a:rPr>
              <a:t>for</a:t>
            </a:r>
            <a:r>
              <a:rPr sz="1350" spc="-11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0A0"/>
                </a:solidFill>
                <a:latin typeface="Arial"/>
                <a:cs typeface="Arial"/>
              </a:rPr>
              <a:t>certificate</a:t>
            </a:r>
            <a:r>
              <a:rPr sz="1350" spc="-5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1350" spc="-15" dirty="0">
                <a:solidFill>
                  <a:srgbClr val="A0A0A0"/>
                </a:solidFill>
                <a:latin typeface="Arial"/>
                <a:cs typeface="Arial"/>
              </a:rPr>
              <a:t>data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12700" marR="5080">
              <a:lnSpc>
                <a:spcPct val="75300"/>
              </a:lnSpc>
              <a:spcBef>
                <a:spcPts val="1505"/>
              </a:spcBef>
            </a:pPr>
            <a:r>
              <a:rPr spc="-400" dirty="0"/>
              <a:t>CHALLENGES </a:t>
            </a:r>
            <a:r>
              <a:rPr spc="-480" dirty="0">
                <a:solidFill>
                  <a:srgbClr val="B065FA"/>
                </a:solidFill>
              </a:rPr>
              <a:t>FACED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7233" y="2533699"/>
            <a:ext cx="115143" cy="16748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1999" y="4076749"/>
            <a:ext cx="188416" cy="1674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49299" y="2360056"/>
            <a:ext cx="4602480" cy="2955290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990"/>
              </a:spcBef>
            </a:pPr>
            <a:r>
              <a:rPr sz="1500" b="1" spc="-140" dirty="0">
                <a:solidFill>
                  <a:srgbClr val="B065FA"/>
                </a:solidFill>
                <a:latin typeface="Arial"/>
                <a:cs typeface="Arial"/>
              </a:rPr>
              <a:t>Responsive</a:t>
            </a:r>
            <a:r>
              <a:rPr sz="1500" b="1" spc="-20" dirty="0">
                <a:solidFill>
                  <a:srgbClr val="B065FA"/>
                </a:solidFill>
                <a:latin typeface="Arial"/>
                <a:cs typeface="Arial"/>
              </a:rPr>
              <a:t> </a:t>
            </a:r>
            <a:r>
              <a:rPr sz="1500" b="1" spc="-114" dirty="0">
                <a:solidFill>
                  <a:srgbClr val="B065FA"/>
                </a:solidFill>
                <a:latin typeface="Arial"/>
                <a:cs typeface="Arial"/>
              </a:rPr>
              <a:t>UI</a:t>
            </a:r>
            <a:r>
              <a:rPr sz="1500" b="1" spc="-130" dirty="0">
                <a:solidFill>
                  <a:srgbClr val="B065FA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B065FA"/>
                </a:solidFill>
                <a:latin typeface="Arial"/>
                <a:cs typeface="Arial"/>
              </a:rPr>
              <a:t>Design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18800"/>
              </a:lnSpc>
              <a:spcBef>
                <a:spcPts val="520"/>
              </a:spcBef>
            </a:pP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Creating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90" dirty="0">
                <a:solidFill>
                  <a:srgbClr val="A0AEBF"/>
                </a:solidFill>
                <a:latin typeface="Arial"/>
                <a:cs typeface="Arial"/>
              </a:rPr>
              <a:t>a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certificate</a:t>
            </a:r>
            <a:r>
              <a:rPr sz="1350" spc="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generator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A0AEBF"/>
                </a:solidFill>
                <a:latin typeface="Arial"/>
                <a:cs typeface="Arial"/>
              </a:rPr>
              <a:t>that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5" dirty="0">
                <a:solidFill>
                  <a:srgbClr val="A0AEBF"/>
                </a:solidFill>
                <a:latin typeface="Arial"/>
                <a:cs typeface="Arial"/>
              </a:rPr>
              <a:t>works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seamlessly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across 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different</a:t>
            </a:r>
            <a:r>
              <a:rPr sz="1350" spc="-9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devices</a:t>
            </a:r>
            <a:r>
              <a:rPr sz="1350" spc="-8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and</a:t>
            </a:r>
            <a:r>
              <a:rPr sz="1350" spc="-9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screen</a:t>
            </a:r>
            <a:r>
              <a:rPr sz="1350" spc="-8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sizes</a:t>
            </a:r>
            <a:r>
              <a:rPr sz="1350" spc="-9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presented</a:t>
            </a:r>
            <a:r>
              <a:rPr sz="1350" spc="-8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significant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challenges.</a:t>
            </a:r>
            <a:r>
              <a:rPr sz="1350" spc="-8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Certificates</a:t>
            </a:r>
            <a:r>
              <a:rPr sz="1350" spc="-7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needed</a:t>
            </a:r>
            <a:r>
              <a:rPr sz="1350" spc="-8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A0AEBF"/>
                </a:solidFill>
                <a:latin typeface="Arial"/>
                <a:cs typeface="Arial"/>
              </a:rPr>
              <a:t>to</a:t>
            </a:r>
            <a:r>
              <a:rPr sz="1350" spc="-7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maintain</a:t>
            </a:r>
            <a:r>
              <a:rPr sz="1350" spc="-7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their</a:t>
            </a:r>
            <a:r>
              <a:rPr sz="1350" spc="-8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proportions</a:t>
            </a:r>
            <a:r>
              <a:rPr sz="1350" spc="-7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and 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quality</a:t>
            </a:r>
            <a:r>
              <a:rPr sz="1350" spc="-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regardless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A0AEBF"/>
                </a:solidFill>
                <a:latin typeface="Arial"/>
                <a:cs typeface="Arial"/>
              </a:rPr>
              <a:t>of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Arial"/>
                <a:cs typeface="Arial"/>
              </a:rPr>
              <a:t>the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viewing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device.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200">
              <a:latin typeface="Arial"/>
              <a:cs typeface="Arial"/>
            </a:endParaRPr>
          </a:p>
          <a:p>
            <a:pPr marL="295910">
              <a:lnSpc>
                <a:spcPct val="100000"/>
              </a:lnSpc>
            </a:pPr>
            <a:r>
              <a:rPr sz="1500" b="1" spc="-70" dirty="0">
                <a:solidFill>
                  <a:srgbClr val="B065FA"/>
                </a:solidFill>
                <a:latin typeface="Arial"/>
                <a:cs typeface="Arial"/>
              </a:rPr>
              <a:t>Certificate</a:t>
            </a:r>
            <a:r>
              <a:rPr sz="1500" b="1" dirty="0">
                <a:solidFill>
                  <a:srgbClr val="B065FA"/>
                </a:solidFill>
                <a:latin typeface="Arial"/>
                <a:cs typeface="Arial"/>
              </a:rPr>
              <a:t> </a:t>
            </a:r>
            <a:r>
              <a:rPr sz="1500" b="1" spc="-125" dirty="0">
                <a:solidFill>
                  <a:srgbClr val="B065FA"/>
                </a:solidFill>
                <a:latin typeface="Arial"/>
                <a:cs typeface="Arial"/>
              </a:rPr>
              <a:t>Layout</a:t>
            </a:r>
            <a:r>
              <a:rPr sz="1500" b="1" spc="-114" dirty="0">
                <a:solidFill>
                  <a:srgbClr val="B065FA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B065FA"/>
                </a:solidFill>
                <a:latin typeface="Arial"/>
                <a:cs typeface="Arial"/>
              </a:rPr>
              <a:t>Logic</a:t>
            </a:r>
            <a:endParaRPr sz="1500">
              <a:latin typeface="Arial"/>
              <a:cs typeface="Arial"/>
            </a:endParaRPr>
          </a:p>
          <a:p>
            <a:pPr marL="12700" marR="168275">
              <a:lnSpc>
                <a:spcPct val="117300"/>
              </a:lnSpc>
              <a:spcBef>
                <a:spcPts val="545"/>
              </a:spcBef>
            </a:pP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Achieving</a:t>
            </a:r>
            <a:r>
              <a:rPr sz="135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precise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positioning</a:t>
            </a:r>
            <a:r>
              <a:rPr sz="135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A0AEBF"/>
                </a:solidFill>
                <a:latin typeface="Arial"/>
                <a:cs typeface="Arial"/>
              </a:rPr>
              <a:t>of</a:t>
            </a:r>
            <a:r>
              <a:rPr sz="135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Arial"/>
                <a:cs typeface="Arial"/>
              </a:rPr>
              <a:t>text,</a:t>
            </a:r>
            <a:r>
              <a:rPr sz="1350" spc="3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85" dirty="0">
                <a:solidFill>
                  <a:srgbClr val="A0AEBF"/>
                </a:solidFill>
                <a:latin typeface="Arial"/>
                <a:cs typeface="Arial"/>
              </a:rPr>
              <a:t>images,</a:t>
            </a:r>
            <a:r>
              <a:rPr sz="1350" spc="6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signatures,</a:t>
            </a:r>
            <a:r>
              <a:rPr sz="1350" spc="7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and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design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elements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on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certificates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required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complex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layout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algorithms.</a:t>
            </a:r>
            <a:r>
              <a:rPr sz="1350" spc="-8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Different</a:t>
            </a:r>
            <a:r>
              <a:rPr sz="1350" spc="-8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certificate</a:t>
            </a:r>
            <a:r>
              <a:rPr sz="1350" spc="3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templates</a:t>
            </a:r>
            <a:r>
              <a:rPr sz="1350" spc="-8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needed</a:t>
            </a:r>
            <a:r>
              <a:rPr sz="1350" spc="-8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consistent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placement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logic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while</a:t>
            </a:r>
            <a:r>
              <a:rPr sz="1350" spc="1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accommodating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various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content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lengths.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53099" y="2533671"/>
            <a:ext cx="146595" cy="16753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753099" y="4029074"/>
            <a:ext cx="4610100" cy="2105025"/>
            <a:chOff x="5753099" y="4029074"/>
            <a:chExt cx="4610100" cy="2105025"/>
          </a:xfrm>
        </p:grpSpPr>
        <p:sp>
          <p:nvSpPr>
            <p:cNvPr id="8" name="object 8"/>
            <p:cNvSpPr/>
            <p:nvPr/>
          </p:nvSpPr>
          <p:spPr>
            <a:xfrm>
              <a:off x="5791199" y="4029074"/>
              <a:ext cx="4572000" cy="2105025"/>
            </a:xfrm>
            <a:custGeom>
              <a:avLst/>
              <a:gdLst/>
              <a:ahLst/>
              <a:cxnLst/>
              <a:rect l="l" t="t" r="r" b="b"/>
              <a:pathLst>
                <a:path w="4572000" h="2105025">
                  <a:moveTo>
                    <a:pt x="0" y="2105024"/>
                  </a:moveTo>
                  <a:lnTo>
                    <a:pt x="4571999" y="2105024"/>
                  </a:lnTo>
                  <a:lnTo>
                    <a:pt x="4571999" y="0"/>
                  </a:lnTo>
                  <a:lnTo>
                    <a:pt x="0" y="0"/>
                  </a:lnTo>
                  <a:lnTo>
                    <a:pt x="0" y="2105024"/>
                  </a:lnTo>
                  <a:close/>
                </a:path>
              </a:pathLst>
            </a:custGeom>
            <a:solidFill>
              <a:srgbClr val="B065FA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53099" y="4029074"/>
              <a:ext cx="38100" cy="2105025"/>
            </a:xfrm>
            <a:custGeom>
              <a:avLst/>
              <a:gdLst/>
              <a:ahLst/>
              <a:cxnLst/>
              <a:rect l="l" t="t" r="r" b="b"/>
              <a:pathLst>
                <a:path w="38100" h="2105025">
                  <a:moveTo>
                    <a:pt x="38099" y="2105024"/>
                  </a:moveTo>
                  <a:lnTo>
                    <a:pt x="0" y="21050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05024"/>
                  </a:lnTo>
                  <a:close/>
                </a:path>
              </a:pathLst>
            </a:custGeom>
            <a:solidFill>
              <a:srgbClr val="B06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39308" y="4219624"/>
              <a:ext cx="115136" cy="16748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742037" y="2360056"/>
            <a:ext cx="4621530" cy="361251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254000">
              <a:lnSpc>
                <a:spcPct val="100000"/>
              </a:lnSpc>
              <a:spcBef>
                <a:spcPts val="990"/>
              </a:spcBef>
            </a:pPr>
            <a:r>
              <a:rPr sz="1500" b="1" spc="-105" dirty="0">
                <a:solidFill>
                  <a:srgbClr val="B065FA"/>
                </a:solidFill>
                <a:latin typeface="Arial"/>
                <a:cs typeface="Arial"/>
              </a:rPr>
              <a:t>Frontend-</a:t>
            </a:r>
            <a:r>
              <a:rPr sz="1500" b="1" spc="-145" dirty="0">
                <a:solidFill>
                  <a:srgbClr val="B065FA"/>
                </a:solidFill>
                <a:latin typeface="Arial"/>
                <a:cs typeface="Arial"/>
              </a:rPr>
              <a:t>Backend</a:t>
            </a:r>
            <a:r>
              <a:rPr sz="1500" b="1" spc="-10" dirty="0">
                <a:solidFill>
                  <a:srgbClr val="B065FA"/>
                </a:solidFill>
                <a:latin typeface="Arial"/>
                <a:cs typeface="Arial"/>
              </a:rPr>
              <a:t> Integration</a:t>
            </a:r>
            <a:endParaRPr sz="1500">
              <a:latin typeface="Arial"/>
              <a:cs typeface="Arial"/>
            </a:endParaRPr>
          </a:p>
          <a:p>
            <a:pPr marL="12700" marR="80645">
              <a:lnSpc>
                <a:spcPct val="118800"/>
              </a:lnSpc>
              <a:spcBef>
                <a:spcPts val="520"/>
              </a:spcBef>
            </a:pP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Establishing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efficient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communication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between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Arial"/>
                <a:cs typeface="Arial"/>
              </a:rPr>
              <a:t>the</a:t>
            </a:r>
            <a:r>
              <a:rPr sz="1350" spc="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user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interface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and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server-</a:t>
            </a:r>
            <a:r>
              <a:rPr sz="1350" spc="-70" dirty="0">
                <a:solidFill>
                  <a:srgbClr val="A0AEBF"/>
                </a:solidFill>
                <a:latin typeface="Arial"/>
                <a:cs typeface="Arial"/>
              </a:rPr>
              <a:t>side</a:t>
            </a:r>
            <a:r>
              <a:rPr sz="1350" spc="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processing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85" dirty="0">
                <a:solidFill>
                  <a:srgbClr val="A0AEBF"/>
                </a:solidFill>
                <a:latin typeface="Arial"/>
                <a:cs typeface="Arial"/>
              </a:rPr>
              <a:t>was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challenging.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A0AEBF"/>
                </a:solidFill>
                <a:latin typeface="Arial"/>
                <a:cs typeface="Arial"/>
              </a:rPr>
              <a:t>Real-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time</a:t>
            </a:r>
            <a:r>
              <a:rPr sz="1350" spc="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preview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generation</a:t>
            </a:r>
            <a:r>
              <a:rPr sz="1350" spc="-8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and</a:t>
            </a:r>
            <a:r>
              <a:rPr sz="1350" spc="-8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A0AEBF"/>
                </a:solidFill>
                <a:latin typeface="Arial"/>
                <a:cs typeface="Arial"/>
              </a:rPr>
              <a:t>data</a:t>
            </a:r>
            <a:r>
              <a:rPr sz="1350" spc="-8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synchronization</a:t>
            </a:r>
            <a:r>
              <a:rPr sz="1350" spc="-8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required</a:t>
            </a:r>
            <a:r>
              <a:rPr sz="1350" spc="-8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complex</a:t>
            </a:r>
            <a:r>
              <a:rPr sz="1350" spc="-8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state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management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and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optimization.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200">
              <a:latin typeface="Arial"/>
              <a:cs typeface="Arial"/>
            </a:endParaRPr>
          </a:p>
          <a:p>
            <a:pPr marL="414020">
              <a:lnSpc>
                <a:spcPct val="100000"/>
              </a:lnSpc>
            </a:pPr>
            <a:r>
              <a:rPr sz="1500" b="1" spc="-140" dirty="0">
                <a:solidFill>
                  <a:srgbClr val="B065FA"/>
                </a:solidFill>
                <a:latin typeface="Arial"/>
                <a:cs typeface="Arial"/>
              </a:rPr>
              <a:t>Our</a:t>
            </a:r>
            <a:r>
              <a:rPr sz="1500" b="1" spc="-135" dirty="0">
                <a:solidFill>
                  <a:srgbClr val="B065FA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B065FA"/>
                </a:solidFill>
                <a:latin typeface="Arial"/>
                <a:cs typeface="Arial"/>
              </a:rPr>
              <a:t>Solutions</a:t>
            </a:r>
            <a:endParaRPr sz="1500">
              <a:latin typeface="Arial"/>
              <a:cs typeface="Arial"/>
            </a:endParaRPr>
          </a:p>
          <a:p>
            <a:pPr marL="193040" marR="245745">
              <a:lnSpc>
                <a:spcPct val="118500"/>
              </a:lnSpc>
              <a:spcBef>
                <a:spcPts val="675"/>
              </a:spcBef>
            </a:pPr>
            <a:r>
              <a:rPr sz="1350" spc="-200" dirty="0">
                <a:solidFill>
                  <a:srgbClr val="A0AEBF"/>
                </a:solidFill>
                <a:latin typeface="Arial"/>
                <a:cs typeface="Arial"/>
              </a:rPr>
              <a:t>We</a:t>
            </a:r>
            <a:r>
              <a:rPr sz="1350" spc="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implemented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A0AEBF"/>
                </a:solidFill>
                <a:latin typeface="Arial"/>
                <a:cs typeface="Arial"/>
              </a:rPr>
              <a:t>custom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styling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with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70" dirty="0">
                <a:solidFill>
                  <a:srgbClr val="A0AEBF"/>
                </a:solidFill>
                <a:latin typeface="Arial"/>
                <a:cs typeface="Arial"/>
              </a:rPr>
              <a:t>media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queries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and </a:t>
            </a:r>
            <a:r>
              <a:rPr sz="1350" spc="-35" dirty="0">
                <a:solidFill>
                  <a:srgbClr val="A0AEBF"/>
                </a:solidFill>
                <a:latin typeface="Arial"/>
                <a:cs typeface="Arial"/>
              </a:rPr>
              <a:t>flexible</a:t>
            </a:r>
            <a:r>
              <a:rPr sz="1350" spc="-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container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systems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Arial"/>
                <a:cs typeface="Arial"/>
              </a:rPr>
              <a:t>for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responsive</a:t>
            </a:r>
            <a:r>
              <a:rPr sz="1350" spc="-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design.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For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layout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challenges,</a:t>
            </a:r>
            <a:r>
              <a:rPr sz="1350" spc="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20" dirty="0">
                <a:solidFill>
                  <a:srgbClr val="A0AEBF"/>
                </a:solidFill>
                <a:latin typeface="Arial"/>
                <a:cs typeface="Arial"/>
              </a:rPr>
              <a:t>we</a:t>
            </a:r>
            <a:r>
              <a:rPr sz="1350" spc="-1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developed</a:t>
            </a:r>
            <a:r>
              <a:rPr sz="1350" spc="-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90" dirty="0">
                <a:solidFill>
                  <a:srgbClr val="A0AEBF"/>
                </a:solidFill>
                <a:latin typeface="Arial"/>
                <a:cs typeface="Arial"/>
              </a:rPr>
              <a:t>a</a:t>
            </a:r>
            <a:r>
              <a:rPr sz="1350" spc="-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coordinate-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based</a:t>
            </a:r>
            <a:r>
              <a:rPr sz="1350" spc="-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positioning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system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with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A0AEBF"/>
                </a:solidFill>
                <a:latin typeface="Arial"/>
                <a:cs typeface="Arial"/>
              </a:rPr>
              <a:t>live</a:t>
            </a:r>
            <a:r>
              <a:rPr sz="1350" spc="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A0AEBF"/>
                </a:solidFill>
                <a:latin typeface="Arial"/>
                <a:cs typeface="Arial"/>
              </a:rPr>
              <a:t>preview.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The</a:t>
            </a:r>
            <a:r>
              <a:rPr sz="1350" spc="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integration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issues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85" dirty="0">
                <a:solidFill>
                  <a:srgbClr val="A0AEBF"/>
                </a:solidFill>
                <a:latin typeface="Arial"/>
                <a:cs typeface="Arial"/>
              </a:rPr>
              <a:t>were</a:t>
            </a:r>
            <a:r>
              <a:rPr sz="1350" spc="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solved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using</a:t>
            </a:r>
            <a:r>
              <a:rPr sz="1350" spc="-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60" dirty="0">
                <a:solidFill>
                  <a:srgbClr val="A0AEBF"/>
                </a:solidFill>
                <a:latin typeface="Arial"/>
                <a:cs typeface="Arial"/>
              </a:rPr>
              <a:t>AJAX</a:t>
            </a:r>
            <a:r>
              <a:rPr sz="1350" spc="-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Arial"/>
                <a:cs typeface="Arial"/>
              </a:rPr>
              <a:t>for</a:t>
            </a:r>
            <a:r>
              <a:rPr sz="1350" spc="-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asynchronous</a:t>
            </a:r>
            <a:r>
              <a:rPr sz="1350" spc="-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A0AEBF"/>
                </a:solidFill>
                <a:latin typeface="Arial"/>
                <a:cs typeface="Arial"/>
              </a:rPr>
              <a:t>data</a:t>
            </a:r>
            <a:r>
              <a:rPr sz="1350" spc="-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handling,</a:t>
            </a:r>
            <a:r>
              <a:rPr sz="1350" spc="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comprehensive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error</a:t>
            </a:r>
            <a:r>
              <a:rPr sz="1350" spc="-13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validation,</a:t>
            </a:r>
            <a:r>
              <a:rPr sz="1350" spc="9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and</a:t>
            </a:r>
            <a:r>
              <a:rPr sz="1350" spc="-13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Arial"/>
                <a:cs typeface="Arial"/>
              </a:rPr>
              <a:t>state</a:t>
            </a:r>
            <a:r>
              <a:rPr sz="1350" spc="-3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management</a:t>
            </a:r>
            <a:r>
              <a:rPr sz="1350" spc="-13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patterns.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 marR="5080">
              <a:lnSpc>
                <a:spcPct val="75400"/>
              </a:lnSpc>
              <a:spcBef>
                <a:spcPts val="1460"/>
              </a:spcBef>
            </a:pPr>
            <a:r>
              <a:rPr sz="4600" spc="-270" dirty="0">
                <a:latin typeface="Tahoma"/>
                <a:cs typeface="Tahoma"/>
              </a:rPr>
              <a:t>FUTURE </a:t>
            </a:r>
            <a:r>
              <a:rPr spc="-365" dirty="0">
                <a:solidFill>
                  <a:srgbClr val="B065FA"/>
                </a:solidFill>
              </a:rPr>
              <a:t>ENHANCEMENTS</a:t>
            </a:r>
            <a:endParaRPr sz="46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2533649"/>
            <a:ext cx="162343" cy="1675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1999" y="3849126"/>
            <a:ext cx="104626" cy="1479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1999" y="5402572"/>
            <a:ext cx="167580" cy="12568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274955">
              <a:lnSpc>
                <a:spcPct val="100000"/>
              </a:lnSpc>
              <a:spcBef>
                <a:spcPts val="990"/>
              </a:spcBef>
            </a:pPr>
            <a:r>
              <a:rPr spc="-210" dirty="0"/>
              <a:t>PDF</a:t>
            </a:r>
            <a:r>
              <a:rPr spc="-120" dirty="0"/>
              <a:t> </a:t>
            </a:r>
            <a:r>
              <a:rPr spc="-70" dirty="0"/>
              <a:t>Certificate</a:t>
            </a:r>
            <a:r>
              <a:rPr spc="-5" dirty="0"/>
              <a:t> </a:t>
            </a:r>
            <a:r>
              <a:rPr spc="-20" dirty="0"/>
              <a:t>Downloads</a:t>
            </a:r>
          </a:p>
          <a:p>
            <a:pPr marL="12700" marR="5080">
              <a:lnSpc>
                <a:spcPct val="118100"/>
              </a:lnSpc>
              <a:spcBef>
                <a:spcPts val="530"/>
              </a:spcBef>
            </a:pPr>
            <a:r>
              <a:rPr sz="1350" b="0" spc="-60" dirty="0">
                <a:solidFill>
                  <a:srgbClr val="A0AEBF"/>
                </a:solidFill>
                <a:latin typeface="Arial"/>
                <a:cs typeface="Arial"/>
              </a:rPr>
              <a:t>Implement</a:t>
            </a:r>
            <a:r>
              <a:rPr sz="1350" b="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60" dirty="0">
                <a:solidFill>
                  <a:srgbClr val="A0AEBF"/>
                </a:solidFill>
                <a:latin typeface="Arial"/>
                <a:cs typeface="Arial"/>
              </a:rPr>
              <a:t>secure,</a:t>
            </a:r>
            <a:r>
              <a:rPr sz="1350" b="0" spc="15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25" dirty="0">
                <a:solidFill>
                  <a:srgbClr val="A0AEBF"/>
                </a:solidFill>
                <a:latin typeface="Arial"/>
                <a:cs typeface="Arial"/>
              </a:rPr>
              <a:t>high-</a:t>
            </a:r>
            <a:r>
              <a:rPr sz="1350" b="0" spc="-30" dirty="0">
                <a:solidFill>
                  <a:srgbClr val="A0AEBF"/>
                </a:solidFill>
                <a:latin typeface="Arial"/>
                <a:cs typeface="Arial"/>
              </a:rPr>
              <a:t>resolution</a:t>
            </a:r>
            <a:r>
              <a:rPr sz="1350" b="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200" dirty="0">
                <a:solidFill>
                  <a:srgbClr val="A0AEBF"/>
                </a:solidFill>
                <a:latin typeface="Arial"/>
                <a:cs typeface="Arial"/>
              </a:rPr>
              <a:t>PDF</a:t>
            </a:r>
            <a:r>
              <a:rPr sz="1350" b="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25" dirty="0">
                <a:solidFill>
                  <a:srgbClr val="A0AEBF"/>
                </a:solidFill>
                <a:latin typeface="Arial"/>
                <a:cs typeface="Arial"/>
              </a:rPr>
              <a:t>export</a:t>
            </a:r>
            <a:r>
              <a:rPr sz="1350" b="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20" dirty="0">
                <a:solidFill>
                  <a:srgbClr val="A0AEBF"/>
                </a:solidFill>
                <a:latin typeface="Arial"/>
                <a:cs typeface="Arial"/>
              </a:rPr>
              <a:t>functionality</a:t>
            </a:r>
            <a:r>
              <a:rPr sz="1350" b="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25" dirty="0">
                <a:solidFill>
                  <a:srgbClr val="A0AEBF"/>
                </a:solidFill>
                <a:latin typeface="Arial"/>
                <a:cs typeface="Arial"/>
              </a:rPr>
              <a:t>to </a:t>
            </a:r>
            <a:r>
              <a:rPr sz="1350" b="0" spc="-45" dirty="0">
                <a:solidFill>
                  <a:srgbClr val="A0AEBF"/>
                </a:solidFill>
                <a:latin typeface="Arial"/>
                <a:cs typeface="Arial"/>
              </a:rPr>
              <a:t>create</a:t>
            </a:r>
            <a:r>
              <a:rPr sz="1350" b="0" spc="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35" dirty="0">
                <a:solidFill>
                  <a:srgbClr val="A0AEBF"/>
                </a:solidFill>
                <a:latin typeface="Arial"/>
                <a:cs typeface="Arial"/>
              </a:rPr>
              <a:t>professional-</a:t>
            </a:r>
            <a:r>
              <a:rPr sz="1350" b="0" spc="-30" dirty="0">
                <a:solidFill>
                  <a:srgbClr val="A0AEBF"/>
                </a:solidFill>
                <a:latin typeface="Arial"/>
                <a:cs typeface="Arial"/>
              </a:rPr>
              <a:t>quality</a:t>
            </a:r>
            <a:r>
              <a:rPr sz="1350" b="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10" dirty="0">
                <a:solidFill>
                  <a:srgbClr val="A0AEBF"/>
                </a:solidFill>
                <a:latin typeface="Arial"/>
                <a:cs typeface="Arial"/>
              </a:rPr>
              <a:t>certificates</a:t>
            </a:r>
            <a:r>
              <a:rPr sz="1350" b="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dirty="0">
                <a:solidFill>
                  <a:srgbClr val="A0AEBF"/>
                </a:solidFill>
                <a:latin typeface="Arial"/>
                <a:cs typeface="Arial"/>
              </a:rPr>
              <a:t>that</a:t>
            </a:r>
            <a:r>
              <a:rPr sz="1350" b="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55" dirty="0">
                <a:solidFill>
                  <a:srgbClr val="A0AEBF"/>
                </a:solidFill>
                <a:latin typeface="Arial"/>
                <a:cs typeface="Arial"/>
              </a:rPr>
              <a:t>can</a:t>
            </a:r>
            <a:r>
              <a:rPr sz="1350" b="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90" dirty="0">
                <a:solidFill>
                  <a:srgbClr val="A0AEBF"/>
                </a:solidFill>
                <a:latin typeface="Arial"/>
                <a:cs typeface="Arial"/>
              </a:rPr>
              <a:t>be</a:t>
            </a:r>
            <a:r>
              <a:rPr sz="1350" b="0" spc="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55" dirty="0">
                <a:solidFill>
                  <a:srgbClr val="A0AEBF"/>
                </a:solidFill>
                <a:latin typeface="Arial"/>
                <a:cs typeface="Arial"/>
              </a:rPr>
              <a:t>easily</a:t>
            </a:r>
            <a:r>
              <a:rPr sz="1350" b="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10" dirty="0">
                <a:solidFill>
                  <a:srgbClr val="A0AEBF"/>
                </a:solidFill>
                <a:latin typeface="Arial"/>
                <a:cs typeface="Arial"/>
              </a:rPr>
              <a:t>printed </a:t>
            </a:r>
            <a:r>
              <a:rPr sz="1350" b="0" spc="-35" dirty="0">
                <a:solidFill>
                  <a:srgbClr val="A0AEBF"/>
                </a:solidFill>
                <a:latin typeface="Arial"/>
                <a:cs typeface="Arial"/>
              </a:rPr>
              <a:t>or</a:t>
            </a:r>
            <a:r>
              <a:rPr sz="1350" b="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55" dirty="0">
                <a:solidFill>
                  <a:srgbClr val="A0AEBF"/>
                </a:solidFill>
                <a:latin typeface="Arial"/>
                <a:cs typeface="Arial"/>
              </a:rPr>
              <a:t>shared</a:t>
            </a:r>
            <a:r>
              <a:rPr sz="1350" b="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25" dirty="0">
                <a:solidFill>
                  <a:srgbClr val="A0AEBF"/>
                </a:solidFill>
                <a:latin typeface="Arial"/>
                <a:cs typeface="Arial"/>
              </a:rPr>
              <a:t>digitally</a:t>
            </a:r>
            <a:r>
              <a:rPr sz="1350" b="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55" dirty="0">
                <a:solidFill>
                  <a:srgbClr val="A0AEBF"/>
                </a:solidFill>
                <a:latin typeface="Arial"/>
                <a:cs typeface="Arial"/>
              </a:rPr>
              <a:t>while</a:t>
            </a:r>
            <a:r>
              <a:rPr sz="1350" b="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40" dirty="0">
                <a:solidFill>
                  <a:srgbClr val="A0AEBF"/>
                </a:solidFill>
                <a:latin typeface="Arial"/>
                <a:cs typeface="Arial"/>
              </a:rPr>
              <a:t>maintaining</a:t>
            </a:r>
            <a:r>
              <a:rPr sz="1350" b="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55" dirty="0">
                <a:solidFill>
                  <a:srgbClr val="A0AEBF"/>
                </a:solidFill>
                <a:latin typeface="Arial"/>
                <a:cs typeface="Arial"/>
              </a:rPr>
              <a:t>visual</a:t>
            </a:r>
            <a:r>
              <a:rPr sz="1350" b="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10" dirty="0">
                <a:solidFill>
                  <a:srgbClr val="A0AEBF"/>
                </a:solidFill>
                <a:latin typeface="Arial"/>
                <a:cs typeface="Arial"/>
              </a:rPr>
              <a:t>fidelity.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200">
              <a:latin typeface="Arial"/>
              <a:cs typeface="Arial"/>
            </a:endParaRPr>
          </a:p>
          <a:p>
            <a:pPr marL="212090">
              <a:lnSpc>
                <a:spcPct val="100000"/>
              </a:lnSpc>
            </a:pPr>
            <a:r>
              <a:rPr spc="-130" dirty="0"/>
              <a:t>Drag</a:t>
            </a:r>
            <a:r>
              <a:rPr spc="-140" dirty="0"/>
              <a:t> </a:t>
            </a:r>
            <a:r>
              <a:rPr sz="1450" spc="-85" dirty="0">
                <a:latin typeface="Comic Sans MS"/>
                <a:cs typeface="Comic Sans MS"/>
              </a:rPr>
              <a:t>&amp;</a:t>
            </a:r>
            <a:r>
              <a:rPr sz="1450" spc="-355" dirty="0">
                <a:latin typeface="Comic Sans MS"/>
                <a:cs typeface="Comic Sans MS"/>
              </a:rPr>
              <a:t> </a:t>
            </a:r>
            <a:r>
              <a:rPr spc="-135" dirty="0"/>
              <a:t>Drop </a:t>
            </a:r>
            <a:r>
              <a:rPr spc="-120" dirty="0"/>
              <a:t>Template</a:t>
            </a:r>
            <a:r>
              <a:rPr spc="-35" dirty="0"/>
              <a:t> </a:t>
            </a:r>
            <a:r>
              <a:rPr spc="-10" dirty="0"/>
              <a:t>Editor</a:t>
            </a:r>
            <a:endParaRPr sz="1450">
              <a:latin typeface="Comic Sans MS"/>
              <a:cs typeface="Comic Sans MS"/>
            </a:endParaRPr>
          </a:p>
          <a:p>
            <a:pPr marL="12700" marR="139065">
              <a:lnSpc>
                <a:spcPct val="118800"/>
              </a:lnSpc>
              <a:spcBef>
                <a:spcPts val="525"/>
              </a:spcBef>
            </a:pPr>
            <a:r>
              <a:rPr sz="1350" b="0" spc="-75" dirty="0">
                <a:solidFill>
                  <a:srgbClr val="A0AEBF"/>
                </a:solidFill>
                <a:latin typeface="Arial"/>
                <a:cs typeface="Arial"/>
              </a:rPr>
              <a:t>Develop</a:t>
            </a:r>
            <a:r>
              <a:rPr sz="1350" b="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60" dirty="0">
                <a:solidFill>
                  <a:srgbClr val="A0AEBF"/>
                </a:solidFill>
                <a:latin typeface="Arial"/>
                <a:cs typeface="Arial"/>
              </a:rPr>
              <a:t>an</a:t>
            </a:r>
            <a:r>
              <a:rPr sz="1350" b="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20" dirty="0">
                <a:solidFill>
                  <a:srgbClr val="A0AEBF"/>
                </a:solidFill>
                <a:latin typeface="Arial"/>
                <a:cs typeface="Arial"/>
              </a:rPr>
              <a:t>intuitive</a:t>
            </a:r>
            <a:r>
              <a:rPr sz="1350" b="0" spc="-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35" dirty="0">
                <a:solidFill>
                  <a:srgbClr val="A0AEBF"/>
                </a:solidFill>
                <a:latin typeface="Arial"/>
                <a:cs typeface="Arial"/>
              </a:rPr>
              <a:t>drag-and-</a:t>
            </a:r>
            <a:r>
              <a:rPr sz="1350" b="0" spc="-45" dirty="0">
                <a:solidFill>
                  <a:srgbClr val="A0AEBF"/>
                </a:solidFill>
                <a:latin typeface="Arial"/>
                <a:cs typeface="Arial"/>
              </a:rPr>
              <a:t>drop</a:t>
            </a:r>
            <a:r>
              <a:rPr sz="1350" b="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35" dirty="0">
                <a:solidFill>
                  <a:srgbClr val="A0AEBF"/>
                </a:solidFill>
                <a:latin typeface="Arial"/>
                <a:cs typeface="Arial"/>
              </a:rPr>
              <a:t>interface</a:t>
            </a:r>
            <a:r>
              <a:rPr sz="1350" b="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20" dirty="0">
                <a:solidFill>
                  <a:srgbClr val="A0AEBF"/>
                </a:solidFill>
                <a:latin typeface="Arial"/>
                <a:cs typeface="Arial"/>
              </a:rPr>
              <a:t>for</a:t>
            </a:r>
            <a:r>
              <a:rPr sz="1350" b="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10" dirty="0">
                <a:solidFill>
                  <a:srgbClr val="A0AEBF"/>
                </a:solidFill>
                <a:latin typeface="Arial"/>
                <a:cs typeface="Arial"/>
              </a:rPr>
              <a:t>template </a:t>
            </a:r>
            <a:r>
              <a:rPr sz="1350" b="0" spc="-40" dirty="0">
                <a:solidFill>
                  <a:srgbClr val="A0AEBF"/>
                </a:solidFill>
                <a:latin typeface="Arial"/>
                <a:cs typeface="Arial"/>
              </a:rPr>
              <a:t>customization,</a:t>
            </a:r>
            <a:r>
              <a:rPr sz="1350" b="0" spc="13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50" dirty="0">
                <a:solidFill>
                  <a:srgbClr val="A0AEBF"/>
                </a:solidFill>
                <a:latin typeface="Arial"/>
                <a:cs typeface="Arial"/>
              </a:rPr>
              <a:t>allowing</a:t>
            </a:r>
            <a:r>
              <a:rPr sz="1350" b="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55" dirty="0">
                <a:solidFill>
                  <a:srgbClr val="A0AEBF"/>
                </a:solidFill>
                <a:latin typeface="Arial"/>
                <a:cs typeface="Arial"/>
              </a:rPr>
              <a:t>users</a:t>
            </a:r>
            <a:r>
              <a:rPr sz="1350" b="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dirty="0">
                <a:solidFill>
                  <a:srgbClr val="A0AEBF"/>
                </a:solidFill>
                <a:latin typeface="Arial"/>
                <a:cs typeface="Arial"/>
              </a:rPr>
              <a:t>to</a:t>
            </a:r>
            <a:r>
              <a:rPr sz="1350" b="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50" dirty="0">
                <a:solidFill>
                  <a:srgbClr val="A0AEBF"/>
                </a:solidFill>
                <a:latin typeface="Arial"/>
                <a:cs typeface="Arial"/>
              </a:rPr>
              <a:t>visually</a:t>
            </a:r>
            <a:r>
              <a:rPr sz="1350" b="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70" dirty="0">
                <a:solidFill>
                  <a:srgbClr val="A0AEBF"/>
                </a:solidFill>
                <a:latin typeface="Arial"/>
                <a:cs typeface="Arial"/>
              </a:rPr>
              <a:t>place</a:t>
            </a:r>
            <a:r>
              <a:rPr sz="1350" b="0" spc="-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45" dirty="0">
                <a:solidFill>
                  <a:srgbClr val="A0AEBF"/>
                </a:solidFill>
                <a:latin typeface="Arial"/>
                <a:cs typeface="Arial"/>
              </a:rPr>
              <a:t>elements</a:t>
            </a:r>
            <a:r>
              <a:rPr sz="1350" b="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20" dirty="0">
                <a:solidFill>
                  <a:srgbClr val="A0AEBF"/>
                </a:solidFill>
                <a:latin typeface="Arial"/>
                <a:cs typeface="Arial"/>
              </a:rPr>
              <a:t>like </a:t>
            </a:r>
            <a:r>
              <a:rPr sz="1350" b="0" spc="-60" dirty="0">
                <a:solidFill>
                  <a:srgbClr val="A0AEBF"/>
                </a:solidFill>
                <a:latin typeface="Arial"/>
                <a:cs typeface="Arial"/>
              </a:rPr>
              <a:t>logos,</a:t>
            </a:r>
            <a:r>
              <a:rPr sz="1350" b="0" spc="-1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45" dirty="0">
                <a:solidFill>
                  <a:srgbClr val="A0AEBF"/>
                </a:solidFill>
                <a:latin typeface="Arial"/>
                <a:cs typeface="Arial"/>
              </a:rPr>
              <a:t>signatures,</a:t>
            </a:r>
            <a:r>
              <a:rPr sz="1350" b="0" spc="5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60" dirty="0">
                <a:solidFill>
                  <a:srgbClr val="A0AEBF"/>
                </a:solidFill>
                <a:latin typeface="Arial"/>
                <a:cs typeface="Arial"/>
              </a:rPr>
              <a:t>and</a:t>
            </a:r>
            <a:r>
              <a:rPr sz="1350" b="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dirty="0">
                <a:solidFill>
                  <a:srgbClr val="A0AEBF"/>
                </a:solidFill>
                <a:latin typeface="Arial"/>
                <a:cs typeface="Arial"/>
              </a:rPr>
              <a:t>text</a:t>
            </a:r>
            <a:r>
              <a:rPr sz="1350" b="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65" dirty="0">
                <a:solidFill>
                  <a:srgbClr val="A0AEBF"/>
                </a:solidFill>
                <a:latin typeface="Arial"/>
                <a:cs typeface="Arial"/>
              </a:rPr>
              <a:t>anywhere</a:t>
            </a:r>
            <a:r>
              <a:rPr sz="1350" b="0" spc="-45" dirty="0">
                <a:solidFill>
                  <a:srgbClr val="A0AEBF"/>
                </a:solidFill>
                <a:latin typeface="Arial"/>
                <a:cs typeface="Arial"/>
              </a:rPr>
              <a:t> on</a:t>
            </a:r>
            <a:r>
              <a:rPr sz="1350" b="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20" dirty="0">
                <a:solidFill>
                  <a:srgbClr val="A0AEBF"/>
                </a:solidFill>
                <a:latin typeface="Arial"/>
                <a:cs typeface="Arial"/>
              </a:rPr>
              <a:t>the</a:t>
            </a:r>
            <a:r>
              <a:rPr sz="1350" b="0" spc="-6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10" dirty="0">
                <a:solidFill>
                  <a:srgbClr val="A0AEBF"/>
                </a:solidFill>
                <a:latin typeface="Arial"/>
                <a:cs typeface="Arial"/>
              </a:rPr>
              <a:t>certificate</a:t>
            </a:r>
            <a:r>
              <a:rPr sz="1350" b="0" spc="-6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10" dirty="0">
                <a:solidFill>
                  <a:srgbClr val="A0AEBF"/>
                </a:solidFill>
                <a:latin typeface="Arial"/>
                <a:cs typeface="Arial"/>
              </a:rPr>
              <a:t>without </a:t>
            </a:r>
            <a:r>
              <a:rPr sz="1350" b="0" spc="-40" dirty="0">
                <a:solidFill>
                  <a:srgbClr val="A0AEBF"/>
                </a:solidFill>
                <a:latin typeface="Arial"/>
                <a:cs typeface="Arial"/>
              </a:rPr>
              <a:t>coding</a:t>
            </a:r>
            <a:r>
              <a:rPr sz="1350" b="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10" dirty="0">
                <a:solidFill>
                  <a:srgbClr val="A0AEBF"/>
                </a:solidFill>
                <a:latin typeface="Arial"/>
                <a:cs typeface="Arial"/>
              </a:rPr>
              <a:t>knowledge.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200">
              <a:latin typeface="Arial"/>
              <a:cs typeface="Arial"/>
            </a:endParaRPr>
          </a:p>
          <a:p>
            <a:pPr marL="274955">
              <a:lnSpc>
                <a:spcPct val="100000"/>
              </a:lnSpc>
              <a:spcBef>
                <a:spcPts val="5"/>
              </a:spcBef>
            </a:pPr>
            <a:r>
              <a:rPr spc="-80" dirty="0"/>
              <a:t>Direct</a:t>
            </a:r>
            <a:r>
              <a:rPr spc="-125" dirty="0"/>
              <a:t> </a:t>
            </a:r>
            <a:r>
              <a:rPr spc="-140" dirty="0"/>
              <a:t>Email</a:t>
            </a:r>
            <a:r>
              <a:rPr spc="-120" dirty="0"/>
              <a:t> </a:t>
            </a:r>
            <a:r>
              <a:rPr spc="-10" dirty="0"/>
              <a:t>Distribution</a:t>
            </a:r>
          </a:p>
          <a:p>
            <a:pPr marL="12700" marR="93345">
              <a:lnSpc>
                <a:spcPct val="118100"/>
              </a:lnSpc>
              <a:spcBef>
                <a:spcPts val="605"/>
              </a:spcBef>
            </a:pPr>
            <a:r>
              <a:rPr sz="1350" b="0" spc="-70" dirty="0">
                <a:solidFill>
                  <a:srgbClr val="A0AEBF"/>
                </a:solidFill>
                <a:latin typeface="Arial"/>
                <a:cs typeface="Arial"/>
              </a:rPr>
              <a:t>Create</a:t>
            </a:r>
            <a:r>
              <a:rPr sz="1350" b="0" spc="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90" dirty="0">
                <a:solidFill>
                  <a:srgbClr val="A0AEBF"/>
                </a:solidFill>
                <a:latin typeface="Arial"/>
                <a:cs typeface="Arial"/>
              </a:rPr>
              <a:t>a</a:t>
            </a:r>
            <a:r>
              <a:rPr sz="1350" b="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dirty="0">
                <a:solidFill>
                  <a:srgbClr val="A0AEBF"/>
                </a:solidFill>
                <a:latin typeface="Arial"/>
                <a:cs typeface="Arial"/>
              </a:rPr>
              <a:t>built-</a:t>
            </a:r>
            <a:r>
              <a:rPr sz="1350" b="0" spc="-35" dirty="0">
                <a:solidFill>
                  <a:srgbClr val="A0AEBF"/>
                </a:solidFill>
                <a:latin typeface="Arial"/>
                <a:cs typeface="Arial"/>
              </a:rPr>
              <a:t>in</a:t>
            </a:r>
            <a:r>
              <a:rPr sz="1350" b="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65" dirty="0">
                <a:solidFill>
                  <a:srgbClr val="A0AEBF"/>
                </a:solidFill>
                <a:latin typeface="Arial"/>
                <a:cs typeface="Arial"/>
              </a:rPr>
              <a:t>email</a:t>
            </a:r>
            <a:r>
              <a:rPr sz="1350" b="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55" dirty="0">
                <a:solidFill>
                  <a:srgbClr val="A0AEBF"/>
                </a:solidFill>
                <a:latin typeface="Arial"/>
                <a:cs typeface="Arial"/>
              </a:rPr>
              <a:t>system</a:t>
            </a:r>
            <a:r>
              <a:rPr sz="1350" b="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dirty="0">
                <a:solidFill>
                  <a:srgbClr val="A0AEBF"/>
                </a:solidFill>
                <a:latin typeface="Arial"/>
                <a:cs typeface="Arial"/>
              </a:rPr>
              <a:t>to</a:t>
            </a:r>
            <a:r>
              <a:rPr sz="1350" b="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55" dirty="0">
                <a:solidFill>
                  <a:srgbClr val="A0AEBF"/>
                </a:solidFill>
                <a:latin typeface="Arial"/>
                <a:cs typeface="Arial"/>
              </a:rPr>
              <a:t>send</a:t>
            </a:r>
            <a:r>
              <a:rPr sz="1350" b="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10" dirty="0">
                <a:solidFill>
                  <a:srgbClr val="A0AEBF"/>
                </a:solidFill>
                <a:latin typeface="Arial"/>
                <a:cs typeface="Arial"/>
              </a:rPr>
              <a:t>certificates</a:t>
            </a:r>
            <a:r>
              <a:rPr sz="1350" b="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25" dirty="0">
                <a:solidFill>
                  <a:srgbClr val="A0AEBF"/>
                </a:solidFill>
                <a:latin typeface="Arial"/>
                <a:cs typeface="Arial"/>
              </a:rPr>
              <a:t>directly</a:t>
            </a:r>
            <a:r>
              <a:rPr sz="1350" b="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25" dirty="0">
                <a:solidFill>
                  <a:srgbClr val="A0AEBF"/>
                </a:solidFill>
                <a:latin typeface="Arial"/>
                <a:cs typeface="Arial"/>
              </a:rPr>
              <a:t>to </a:t>
            </a:r>
            <a:r>
              <a:rPr sz="1350" b="0" spc="-40" dirty="0">
                <a:solidFill>
                  <a:srgbClr val="A0AEBF"/>
                </a:solidFill>
                <a:latin typeface="Arial"/>
                <a:cs typeface="Arial"/>
              </a:rPr>
              <a:t>recipients,</a:t>
            </a:r>
            <a:r>
              <a:rPr sz="1350" b="0" spc="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10" dirty="0">
                <a:solidFill>
                  <a:srgbClr val="A0AEBF"/>
                </a:solidFill>
                <a:latin typeface="Arial"/>
                <a:cs typeface="Arial"/>
              </a:rPr>
              <a:t>with</a:t>
            </a:r>
            <a:r>
              <a:rPr sz="1350" b="0" spc="-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35" dirty="0">
                <a:solidFill>
                  <a:srgbClr val="A0AEBF"/>
                </a:solidFill>
                <a:latin typeface="Arial"/>
                <a:cs typeface="Arial"/>
              </a:rPr>
              <a:t>tracking</a:t>
            </a:r>
            <a:r>
              <a:rPr sz="1350" b="0" spc="-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35" dirty="0">
                <a:solidFill>
                  <a:srgbClr val="A0AEBF"/>
                </a:solidFill>
                <a:latin typeface="Arial"/>
                <a:cs typeface="Arial"/>
              </a:rPr>
              <a:t>capabilities</a:t>
            </a:r>
            <a:r>
              <a:rPr sz="1350" b="0" spc="-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60" dirty="0">
                <a:solidFill>
                  <a:srgbClr val="A0AEBF"/>
                </a:solidFill>
                <a:latin typeface="Arial"/>
                <a:cs typeface="Arial"/>
              </a:rPr>
              <a:t>and</a:t>
            </a:r>
            <a:r>
              <a:rPr sz="1350" b="0" spc="-12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50" dirty="0">
                <a:solidFill>
                  <a:srgbClr val="A0AEBF"/>
                </a:solidFill>
                <a:latin typeface="Arial"/>
                <a:cs typeface="Arial"/>
              </a:rPr>
              <a:t>customizable</a:t>
            </a:r>
            <a:r>
              <a:rPr sz="1350" b="0" spc="-1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75" dirty="0">
                <a:solidFill>
                  <a:srgbClr val="A0AEBF"/>
                </a:solidFill>
                <a:latin typeface="Arial"/>
                <a:cs typeface="Arial"/>
              </a:rPr>
              <a:t>message </a:t>
            </a:r>
            <a:r>
              <a:rPr sz="1350" b="0" spc="-40" dirty="0">
                <a:solidFill>
                  <a:srgbClr val="A0AEBF"/>
                </a:solidFill>
                <a:latin typeface="Arial"/>
                <a:cs typeface="Arial"/>
              </a:rPr>
              <a:t>templates</a:t>
            </a:r>
            <a:r>
              <a:rPr sz="1350" b="0" spc="-7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20" dirty="0">
                <a:solidFill>
                  <a:srgbClr val="A0AEBF"/>
                </a:solidFill>
                <a:latin typeface="Arial"/>
                <a:cs typeface="Arial"/>
              </a:rPr>
              <a:t>for</a:t>
            </a:r>
            <a:r>
              <a:rPr sz="1350" b="0" spc="-6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45" dirty="0">
                <a:solidFill>
                  <a:srgbClr val="A0AEBF"/>
                </a:solidFill>
                <a:latin typeface="Arial"/>
                <a:cs typeface="Arial"/>
              </a:rPr>
              <a:t>professional</a:t>
            </a:r>
            <a:r>
              <a:rPr sz="1350" b="0" spc="-6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b="0" spc="-10" dirty="0">
                <a:solidFill>
                  <a:srgbClr val="A0AEBF"/>
                </a:solidFill>
                <a:latin typeface="Arial"/>
                <a:cs typeface="Arial"/>
              </a:rPr>
              <a:t>communication.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53099" y="2533699"/>
            <a:ext cx="125610" cy="16748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962897" y="2472966"/>
            <a:ext cx="134175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60" dirty="0">
                <a:solidFill>
                  <a:srgbClr val="B065FA"/>
                </a:solidFill>
                <a:latin typeface="Arial"/>
                <a:cs typeface="Arial"/>
              </a:rPr>
              <a:t>Bulk</a:t>
            </a:r>
            <a:r>
              <a:rPr sz="1500" b="1" spc="-125" dirty="0">
                <a:solidFill>
                  <a:srgbClr val="B065FA"/>
                </a:solidFill>
                <a:latin typeface="Arial"/>
                <a:cs typeface="Arial"/>
              </a:rPr>
              <a:t> </a:t>
            </a:r>
            <a:r>
              <a:rPr sz="1500" b="1" spc="-90" dirty="0">
                <a:solidFill>
                  <a:srgbClr val="B065FA"/>
                </a:solidFill>
                <a:latin typeface="Arial"/>
                <a:cs typeface="Arial"/>
              </a:rPr>
              <a:t>Data</a:t>
            </a:r>
            <a:r>
              <a:rPr sz="1500" b="1" spc="-125" dirty="0">
                <a:solidFill>
                  <a:srgbClr val="B065FA"/>
                </a:solidFill>
                <a:latin typeface="Arial"/>
                <a:cs typeface="Arial"/>
              </a:rPr>
              <a:t> </a:t>
            </a:r>
            <a:r>
              <a:rPr sz="1500" b="1" spc="-65" dirty="0">
                <a:solidFill>
                  <a:srgbClr val="B065FA"/>
                </a:solidFill>
                <a:latin typeface="Arial"/>
                <a:cs typeface="Arial"/>
              </a:rPr>
              <a:t>Import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42037" y="2765201"/>
            <a:ext cx="4567555" cy="7588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30"/>
              </a:spcBef>
            </a:pPr>
            <a:r>
              <a:rPr sz="1350" spc="-80" dirty="0">
                <a:solidFill>
                  <a:srgbClr val="A0AEBF"/>
                </a:solidFill>
                <a:latin typeface="Arial"/>
                <a:cs typeface="Arial"/>
              </a:rPr>
              <a:t>Add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Arial"/>
                <a:cs typeface="Arial"/>
              </a:rPr>
              <a:t>functionality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A0AEBF"/>
                </a:solidFill>
                <a:latin typeface="Arial"/>
                <a:cs typeface="Arial"/>
              </a:rPr>
              <a:t>to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import</a:t>
            </a:r>
            <a:r>
              <a:rPr sz="1350" spc="-9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recipient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A0AEBF"/>
                </a:solidFill>
                <a:latin typeface="Arial"/>
                <a:cs typeface="Arial"/>
              </a:rPr>
              <a:t>data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A0AEBF"/>
                </a:solidFill>
                <a:latin typeface="Arial"/>
                <a:cs typeface="Arial"/>
              </a:rPr>
              <a:t>in</a:t>
            </a:r>
            <a:r>
              <a:rPr sz="1350" spc="-9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bulk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5" dirty="0">
                <a:solidFill>
                  <a:srgbClr val="A0AEBF"/>
                </a:solidFill>
                <a:latin typeface="Arial"/>
                <a:cs typeface="Arial"/>
              </a:rPr>
              <a:t>via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85" dirty="0">
                <a:solidFill>
                  <a:srgbClr val="A0AEBF"/>
                </a:solidFill>
                <a:latin typeface="Arial"/>
                <a:cs typeface="Arial"/>
              </a:rPr>
              <a:t>Excel</a:t>
            </a:r>
            <a:r>
              <a:rPr sz="1350" spc="-9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A0AEBF"/>
                </a:solidFill>
                <a:latin typeface="Arial"/>
                <a:cs typeface="Arial"/>
              </a:rPr>
              <a:t>or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CSV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files,</a:t>
            </a:r>
            <a:r>
              <a:rPr sz="1350" spc="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enabling</a:t>
            </a:r>
            <a:r>
              <a:rPr sz="1350" spc="-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Arial"/>
                <a:cs typeface="Arial"/>
              </a:rPr>
              <a:t>the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generation</a:t>
            </a:r>
            <a:r>
              <a:rPr sz="1350" spc="-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A0AEBF"/>
                </a:solidFill>
                <a:latin typeface="Arial"/>
                <a:cs typeface="Arial"/>
              </a:rPr>
              <a:t>of</a:t>
            </a:r>
            <a:r>
              <a:rPr sz="1350" spc="-13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hundreds</a:t>
            </a:r>
            <a:r>
              <a:rPr sz="1350" spc="-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A0AEBF"/>
                </a:solidFill>
                <a:latin typeface="Arial"/>
                <a:cs typeface="Arial"/>
              </a:rPr>
              <a:t>of</a:t>
            </a:r>
            <a:r>
              <a:rPr sz="1350" spc="-13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certificates</a:t>
            </a:r>
            <a:r>
              <a:rPr sz="1350" spc="-12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in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seconds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while</a:t>
            </a:r>
            <a:r>
              <a:rPr sz="135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maintaining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A0AEBF"/>
                </a:solidFill>
                <a:latin typeface="Arial"/>
                <a:cs typeface="Arial"/>
              </a:rPr>
              <a:t>data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integrity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and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A0AEBF"/>
                </a:solidFill>
                <a:latin typeface="Arial"/>
                <a:cs typeface="Arial"/>
              </a:rPr>
              <a:t>format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consistency.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53099" y="3838604"/>
            <a:ext cx="209368" cy="16745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046687" y="3777891"/>
            <a:ext cx="150876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65" dirty="0">
                <a:solidFill>
                  <a:srgbClr val="B065FA"/>
                </a:solidFill>
                <a:latin typeface="Arial"/>
                <a:cs typeface="Arial"/>
              </a:rPr>
              <a:t>Multi-</a:t>
            </a:r>
            <a:r>
              <a:rPr sz="1500" b="1" spc="-110" dirty="0">
                <a:solidFill>
                  <a:srgbClr val="B065FA"/>
                </a:solidFill>
                <a:latin typeface="Arial"/>
                <a:cs typeface="Arial"/>
              </a:rPr>
              <a:t>User</a:t>
            </a:r>
            <a:r>
              <a:rPr sz="1500" b="1" spc="-75" dirty="0">
                <a:solidFill>
                  <a:srgbClr val="B065FA"/>
                </a:solidFill>
                <a:latin typeface="Arial"/>
                <a:cs typeface="Arial"/>
              </a:rPr>
              <a:t> </a:t>
            </a:r>
            <a:r>
              <a:rPr sz="1500" b="1" spc="-85" dirty="0">
                <a:solidFill>
                  <a:srgbClr val="B065FA"/>
                </a:solidFill>
                <a:latin typeface="Arial"/>
                <a:cs typeface="Arial"/>
              </a:rPr>
              <a:t>System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42037" y="4070126"/>
            <a:ext cx="4164965" cy="1006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120"/>
              </a:spcBef>
            </a:pP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Implement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role-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based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access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Arial"/>
                <a:cs typeface="Arial"/>
              </a:rPr>
              <a:t>control</a:t>
            </a:r>
            <a:r>
              <a:rPr sz="1350" spc="-9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with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separate</a:t>
            </a:r>
            <a:r>
              <a:rPr sz="1350" spc="1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admin, </a:t>
            </a:r>
            <a:r>
              <a:rPr sz="1350" spc="-90" dirty="0">
                <a:solidFill>
                  <a:srgbClr val="A0AEBF"/>
                </a:solidFill>
                <a:latin typeface="Arial"/>
                <a:cs typeface="Arial"/>
              </a:rPr>
              <a:t>manager,</a:t>
            </a:r>
            <a:r>
              <a:rPr sz="1350" spc="4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and</a:t>
            </a:r>
            <a:r>
              <a:rPr sz="135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Arial"/>
                <a:cs typeface="Arial"/>
              </a:rPr>
              <a:t>standard</a:t>
            </a:r>
            <a:r>
              <a:rPr sz="135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user</a:t>
            </a:r>
            <a:r>
              <a:rPr sz="135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roles,</a:t>
            </a:r>
            <a:r>
              <a:rPr sz="1350" spc="7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each</a:t>
            </a:r>
            <a:r>
              <a:rPr sz="135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with</a:t>
            </a:r>
            <a:r>
              <a:rPr sz="135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appropriate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permissions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and</a:t>
            </a:r>
            <a:r>
              <a:rPr sz="1350" spc="-9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customizable</a:t>
            </a:r>
            <a:r>
              <a:rPr sz="1350" spc="1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dashboards</a:t>
            </a:r>
            <a:r>
              <a:rPr sz="1350" spc="-9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Arial"/>
                <a:cs typeface="Arial"/>
              </a:rPr>
              <a:t>for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collaborative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certificate</a:t>
            </a:r>
            <a:r>
              <a:rPr sz="1350" spc="-8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management.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58333" y="5381674"/>
            <a:ext cx="115143" cy="16748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962897" y="5320941"/>
            <a:ext cx="150685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20" dirty="0">
                <a:solidFill>
                  <a:srgbClr val="B065FA"/>
                </a:solidFill>
                <a:latin typeface="Arial"/>
                <a:cs typeface="Arial"/>
              </a:rPr>
              <a:t>Mobile</a:t>
            </a:r>
            <a:r>
              <a:rPr sz="1500" b="1" spc="-45" dirty="0">
                <a:solidFill>
                  <a:srgbClr val="B065FA"/>
                </a:solidFill>
                <a:latin typeface="Arial"/>
                <a:cs typeface="Arial"/>
              </a:rPr>
              <a:t> </a:t>
            </a:r>
            <a:r>
              <a:rPr sz="1500" b="1" spc="-80" dirty="0">
                <a:solidFill>
                  <a:srgbClr val="B065FA"/>
                </a:solidFill>
                <a:latin typeface="Arial"/>
                <a:cs typeface="Arial"/>
              </a:rPr>
              <a:t>Application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42037" y="5632225"/>
            <a:ext cx="4370705" cy="7493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55"/>
              </a:spcBef>
            </a:pPr>
            <a:r>
              <a:rPr sz="1350" spc="-75" dirty="0">
                <a:solidFill>
                  <a:srgbClr val="A0AEBF"/>
                </a:solidFill>
                <a:latin typeface="Arial"/>
                <a:cs typeface="Arial"/>
              </a:rPr>
              <a:t>Develop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companion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70" dirty="0">
                <a:solidFill>
                  <a:srgbClr val="A0AEBF"/>
                </a:solidFill>
                <a:latin typeface="Arial"/>
                <a:cs typeface="Arial"/>
              </a:rPr>
              <a:t>mobile</a:t>
            </a:r>
            <a:r>
              <a:rPr sz="135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apps</a:t>
            </a:r>
            <a:r>
              <a:rPr sz="1350" spc="-114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Arial"/>
                <a:cs typeface="Arial"/>
              </a:rPr>
              <a:t>for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30" dirty="0">
                <a:solidFill>
                  <a:srgbClr val="A0AEBF"/>
                </a:solidFill>
                <a:latin typeface="Arial"/>
                <a:cs typeface="Arial"/>
              </a:rPr>
              <a:t>iOS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and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Android</a:t>
            </a:r>
            <a:r>
              <a:rPr sz="1350" spc="-11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Arial"/>
                <a:cs typeface="Arial"/>
              </a:rPr>
              <a:t>platforms, </a:t>
            </a:r>
            <a:r>
              <a:rPr sz="1350" spc="-50" dirty="0">
                <a:solidFill>
                  <a:srgbClr val="A0AEBF"/>
                </a:solidFill>
                <a:latin typeface="Arial"/>
                <a:cs typeface="Arial"/>
              </a:rPr>
              <a:t>allowing</a:t>
            </a:r>
            <a:r>
              <a:rPr sz="135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on-</a:t>
            </a:r>
            <a:r>
              <a:rPr sz="1350" dirty="0">
                <a:solidFill>
                  <a:srgbClr val="A0AEBF"/>
                </a:solidFill>
                <a:latin typeface="Arial"/>
                <a:cs typeface="Arial"/>
              </a:rPr>
              <a:t>the-</a:t>
            </a:r>
            <a:r>
              <a:rPr sz="1350" spc="-45" dirty="0">
                <a:solidFill>
                  <a:srgbClr val="A0AEBF"/>
                </a:solidFill>
                <a:latin typeface="Arial"/>
                <a:cs typeface="Arial"/>
              </a:rPr>
              <a:t>go</a:t>
            </a:r>
            <a:r>
              <a:rPr sz="1350" spc="-14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certificate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70" dirty="0">
                <a:solidFill>
                  <a:srgbClr val="A0AEBF"/>
                </a:solidFill>
                <a:latin typeface="Arial"/>
                <a:cs typeface="Arial"/>
              </a:rPr>
              <a:t>management,</a:t>
            </a:r>
            <a:r>
              <a:rPr sz="1350" spc="7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70" dirty="0">
                <a:solidFill>
                  <a:srgbClr val="A0AEBF"/>
                </a:solidFill>
                <a:latin typeface="Arial"/>
                <a:cs typeface="Arial"/>
              </a:rPr>
              <a:t>approvals,</a:t>
            </a:r>
            <a:r>
              <a:rPr sz="1350" spc="7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A0AEBF"/>
                </a:solidFill>
                <a:latin typeface="Arial"/>
                <a:cs typeface="Arial"/>
              </a:rPr>
              <a:t>and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distribution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Arial"/>
                <a:cs typeface="Arial"/>
              </a:rPr>
              <a:t>for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80" dirty="0">
                <a:solidFill>
                  <a:srgbClr val="A0AEBF"/>
                </a:solidFill>
                <a:latin typeface="Arial"/>
                <a:cs typeface="Arial"/>
              </a:rPr>
              <a:t>maximum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Arial"/>
                <a:cs typeface="Arial"/>
              </a:rPr>
              <a:t>flexibility</a:t>
            </a:r>
            <a:r>
              <a:rPr sz="1350" spc="-100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Arial"/>
                <a:cs typeface="Arial"/>
              </a:rPr>
              <a:t>and</a:t>
            </a:r>
            <a:r>
              <a:rPr sz="1350" spc="-105" dirty="0">
                <a:solidFill>
                  <a:srgbClr val="A0AEB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Arial"/>
                <a:cs typeface="Arial"/>
              </a:rPr>
              <a:t>convenience.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71B2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1234735" y="-4762"/>
            <a:ext cx="962025" cy="962025"/>
            <a:chOff x="11234735" y="-4762"/>
            <a:chExt cx="962025" cy="962025"/>
          </a:xfrm>
        </p:grpSpPr>
        <p:sp>
          <p:nvSpPr>
            <p:cNvPr id="4" name="object 4"/>
            <p:cNvSpPr/>
            <p:nvPr/>
          </p:nvSpPr>
          <p:spPr>
            <a:xfrm>
              <a:off x="11239498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0"/>
                  </a:moveTo>
                  <a:lnTo>
                    <a:pt x="35277" y="35277"/>
                  </a:lnTo>
                  <a:lnTo>
                    <a:pt x="70555" y="70555"/>
                  </a:lnTo>
                  <a:lnTo>
                    <a:pt x="105833" y="105833"/>
                  </a:lnTo>
                  <a:lnTo>
                    <a:pt x="141111" y="141111"/>
                  </a:lnTo>
                  <a:lnTo>
                    <a:pt x="176388" y="176388"/>
                  </a:lnTo>
                  <a:lnTo>
                    <a:pt x="211666" y="211666"/>
                  </a:lnTo>
                  <a:lnTo>
                    <a:pt x="246944" y="246944"/>
                  </a:lnTo>
                  <a:lnTo>
                    <a:pt x="282222" y="282222"/>
                  </a:lnTo>
                  <a:lnTo>
                    <a:pt x="317499" y="317499"/>
                  </a:lnTo>
                  <a:lnTo>
                    <a:pt x="352777" y="352777"/>
                  </a:lnTo>
                  <a:lnTo>
                    <a:pt x="388055" y="388055"/>
                  </a:lnTo>
                  <a:lnTo>
                    <a:pt x="423333" y="423333"/>
                  </a:lnTo>
                  <a:lnTo>
                    <a:pt x="458611" y="458611"/>
                  </a:lnTo>
                  <a:lnTo>
                    <a:pt x="493888" y="493888"/>
                  </a:lnTo>
                  <a:lnTo>
                    <a:pt x="529166" y="529166"/>
                  </a:lnTo>
                  <a:lnTo>
                    <a:pt x="564444" y="564444"/>
                  </a:lnTo>
                  <a:lnTo>
                    <a:pt x="599722" y="599722"/>
                  </a:lnTo>
                  <a:lnTo>
                    <a:pt x="634999" y="634999"/>
                  </a:lnTo>
                  <a:lnTo>
                    <a:pt x="670277" y="670277"/>
                  </a:lnTo>
                  <a:lnTo>
                    <a:pt x="705555" y="705555"/>
                  </a:lnTo>
                  <a:lnTo>
                    <a:pt x="740833" y="740833"/>
                  </a:lnTo>
                  <a:lnTo>
                    <a:pt x="776110" y="776111"/>
                  </a:lnTo>
                  <a:lnTo>
                    <a:pt x="811388" y="811388"/>
                  </a:lnTo>
                  <a:lnTo>
                    <a:pt x="846666" y="846666"/>
                  </a:lnTo>
                  <a:lnTo>
                    <a:pt x="881944" y="881944"/>
                  </a:lnTo>
                  <a:lnTo>
                    <a:pt x="917222" y="917222"/>
                  </a:lnTo>
                  <a:lnTo>
                    <a:pt x="952500" y="952499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334748" y="0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0" y="0"/>
                  </a:moveTo>
                  <a:lnTo>
                    <a:pt x="35277" y="35277"/>
                  </a:lnTo>
                  <a:lnTo>
                    <a:pt x="70555" y="70555"/>
                  </a:lnTo>
                  <a:lnTo>
                    <a:pt x="105833" y="105833"/>
                  </a:lnTo>
                  <a:lnTo>
                    <a:pt x="141111" y="141111"/>
                  </a:lnTo>
                  <a:lnTo>
                    <a:pt x="176388" y="176388"/>
                  </a:lnTo>
                  <a:lnTo>
                    <a:pt x="211666" y="211666"/>
                  </a:lnTo>
                  <a:lnTo>
                    <a:pt x="246944" y="246944"/>
                  </a:lnTo>
                  <a:lnTo>
                    <a:pt x="282222" y="282222"/>
                  </a:lnTo>
                  <a:lnTo>
                    <a:pt x="317499" y="317499"/>
                  </a:lnTo>
                  <a:lnTo>
                    <a:pt x="352777" y="352777"/>
                  </a:lnTo>
                  <a:lnTo>
                    <a:pt x="388055" y="388055"/>
                  </a:lnTo>
                  <a:lnTo>
                    <a:pt x="423333" y="423333"/>
                  </a:lnTo>
                  <a:lnTo>
                    <a:pt x="458611" y="458611"/>
                  </a:lnTo>
                  <a:lnTo>
                    <a:pt x="493888" y="493888"/>
                  </a:lnTo>
                  <a:lnTo>
                    <a:pt x="529166" y="529166"/>
                  </a:lnTo>
                  <a:lnTo>
                    <a:pt x="564444" y="564444"/>
                  </a:lnTo>
                  <a:lnTo>
                    <a:pt x="599722" y="599722"/>
                  </a:lnTo>
                  <a:lnTo>
                    <a:pt x="634999" y="634999"/>
                  </a:lnTo>
                  <a:lnTo>
                    <a:pt x="670277" y="670277"/>
                  </a:lnTo>
                  <a:lnTo>
                    <a:pt x="705555" y="705555"/>
                  </a:lnTo>
                  <a:lnTo>
                    <a:pt x="740833" y="740833"/>
                  </a:lnTo>
                  <a:lnTo>
                    <a:pt x="776110" y="776111"/>
                  </a:lnTo>
                  <a:lnTo>
                    <a:pt x="811388" y="811388"/>
                  </a:lnTo>
                  <a:lnTo>
                    <a:pt x="846666" y="846666"/>
                  </a:lnTo>
                  <a:lnTo>
                    <a:pt x="857250" y="85725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29998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35277" y="35277"/>
                  </a:lnTo>
                  <a:lnTo>
                    <a:pt x="70555" y="70555"/>
                  </a:lnTo>
                  <a:lnTo>
                    <a:pt x="105833" y="105833"/>
                  </a:lnTo>
                  <a:lnTo>
                    <a:pt x="141111" y="141111"/>
                  </a:lnTo>
                  <a:lnTo>
                    <a:pt x="176388" y="176388"/>
                  </a:lnTo>
                  <a:lnTo>
                    <a:pt x="211666" y="211666"/>
                  </a:lnTo>
                  <a:lnTo>
                    <a:pt x="246944" y="246944"/>
                  </a:lnTo>
                  <a:lnTo>
                    <a:pt x="282222" y="282222"/>
                  </a:lnTo>
                  <a:lnTo>
                    <a:pt x="317499" y="317499"/>
                  </a:lnTo>
                  <a:lnTo>
                    <a:pt x="352777" y="352777"/>
                  </a:lnTo>
                  <a:lnTo>
                    <a:pt x="388055" y="388055"/>
                  </a:lnTo>
                  <a:lnTo>
                    <a:pt x="423333" y="423333"/>
                  </a:lnTo>
                  <a:lnTo>
                    <a:pt x="458611" y="458611"/>
                  </a:lnTo>
                  <a:lnTo>
                    <a:pt x="493888" y="493888"/>
                  </a:lnTo>
                  <a:lnTo>
                    <a:pt x="529166" y="529166"/>
                  </a:lnTo>
                  <a:lnTo>
                    <a:pt x="564444" y="564444"/>
                  </a:lnTo>
                  <a:lnTo>
                    <a:pt x="599722" y="599722"/>
                  </a:lnTo>
                  <a:lnTo>
                    <a:pt x="634999" y="634999"/>
                  </a:lnTo>
                  <a:lnTo>
                    <a:pt x="670277" y="670277"/>
                  </a:lnTo>
                  <a:lnTo>
                    <a:pt x="705555" y="705555"/>
                  </a:lnTo>
                  <a:lnTo>
                    <a:pt x="740833" y="740833"/>
                  </a:lnTo>
                  <a:lnTo>
                    <a:pt x="762000" y="76200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525248" y="0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0" y="0"/>
                  </a:moveTo>
                  <a:lnTo>
                    <a:pt x="35277" y="35277"/>
                  </a:lnTo>
                  <a:lnTo>
                    <a:pt x="70555" y="70555"/>
                  </a:lnTo>
                  <a:lnTo>
                    <a:pt x="105833" y="105833"/>
                  </a:lnTo>
                  <a:lnTo>
                    <a:pt x="141111" y="141111"/>
                  </a:lnTo>
                  <a:lnTo>
                    <a:pt x="176388" y="176388"/>
                  </a:lnTo>
                  <a:lnTo>
                    <a:pt x="211666" y="211666"/>
                  </a:lnTo>
                  <a:lnTo>
                    <a:pt x="246944" y="246944"/>
                  </a:lnTo>
                  <a:lnTo>
                    <a:pt x="282222" y="282222"/>
                  </a:lnTo>
                  <a:lnTo>
                    <a:pt x="317499" y="317499"/>
                  </a:lnTo>
                  <a:lnTo>
                    <a:pt x="352777" y="352777"/>
                  </a:lnTo>
                  <a:lnTo>
                    <a:pt x="388055" y="388055"/>
                  </a:lnTo>
                  <a:lnTo>
                    <a:pt x="423333" y="423333"/>
                  </a:lnTo>
                  <a:lnTo>
                    <a:pt x="458611" y="458611"/>
                  </a:lnTo>
                  <a:lnTo>
                    <a:pt x="493888" y="493888"/>
                  </a:lnTo>
                  <a:lnTo>
                    <a:pt x="529166" y="529166"/>
                  </a:lnTo>
                  <a:lnTo>
                    <a:pt x="564444" y="564444"/>
                  </a:lnTo>
                  <a:lnTo>
                    <a:pt x="599722" y="599722"/>
                  </a:lnTo>
                  <a:lnTo>
                    <a:pt x="634999" y="634999"/>
                  </a:lnTo>
                  <a:lnTo>
                    <a:pt x="666750" y="66675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620498" y="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0"/>
                  </a:moveTo>
                  <a:lnTo>
                    <a:pt x="35277" y="35277"/>
                  </a:lnTo>
                  <a:lnTo>
                    <a:pt x="70555" y="70555"/>
                  </a:lnTo>
                  <a:lnTo>
                    <a:pt x="105833" y="105833"/>
                  </a:lnTo>
                  <a:lnTo>
                    <a:pt x="141111" y="141111"/>
                  </a:lnTo>
                  <a:lnTo>
                    <a:pt x="176388" y="176388"/>
                  </a:lnTo>
                  <a:lnTo>
                    <a:pt x="211666" y="211666"/>
                  </a:lnTo>
                  <a:lnTo>
                    <a:pt x="246944" y="246944"/>
                  </a:lnTo>
                  <a:lnTo>
                    <a:pt x="282222" y="282222"/>
                  </a:lnTo>
                  <a:lnTo>
                    <a:pt x="317499" y="317499"/>
                  </a:lnTo>
                  <a:lnTo>
                    <a:pt x="352777" y="352777"/>
                  </a:lnTo>
                  <a:lnTo>
                    <a:pt x="388055" y="388055"/>
                  </a:lnTo>
                  <a:lnTo>
                    <a:pt x="423333" y="423333"/>
                  </a:lnTo>
                  <a:lnTo>
                    <a:pt x="458611" y="458611"/>
                  </a:lnTo>
                  <a:lnTo>
                    <a:pt x="493888" y="493888"/>
                  </a:lnTo>
                  <a:lnTo>
                    <a:pt x="529166" y="529166"/>
                  </a:lnTo>
                  <a:lnTo>
                    <a:pt x="564444" y="564444"/>
                  </a:lnTo>
                  <a:lnTo>
                    <a:pt x="571500" y="57150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715748" y="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0" y="0"/>
                  </a:moveTo>
                  <a:lnTo>
                    <a:pt x="35277" y="35277"/>
                  </a:lnTo>
                  <a:lnTo>
                    <a:pt x="70555" y="70555"/>
                  </a:lnTo>
                  <a:lnTo>
                    <a:pt x="105833" y="105833"/>
                  </a:lnTo>
                  <a:lnTo>
                    <a:pt x="141111" y="141111"/>
                  </a:lnTo>
                  <a:lnTo>
                    <a:pt x="176388" y="176388"/>
                  </a:lnTo>
                  <a:lnTo>
                    <a:pt x="211666" y="211666"/>
                  </a:lnTo>
                  <a:lnTo>
                    <a:pt x="246944" y="246944"/>
                  </a:lnTo>
                  <a:lnTo>
                    <a:pt x="282222" y="282222"/>
                  </a:lnTo>
                  <a:lnTo>
                    <a:pt x="317499" y="317499"/>
                  </a:lnTo>
                  <a:lnTo>
                    <a:pt x="352777" y="352777"/>
                  </a:lnTo>
                  <a:lnTo>
                    <a:pt x="388055" y="388055"/>
                  </a:lnTo>
                  <a:lnTo>
                    <a:pt x="423333" y="423333"/>
                  </a:lnTo>
                  <a:lnTo>
                    <a:pt x="458611" y="458611"/>
                  </a:lnTo>
                  <a:lnTo>
                    <a:pt x="476250" y="476250"/>
                  </a:lnTo>
                </a:path>
              </a:pathLst>
            </a:custGeom>
            <a:ln w="9524">
              <a:solidFill>
                <a:srgbClr val="B06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761999" y="761999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76199" y="1142999"/>
                </a:moveTo>
                <a:lnTo>
                  <a:pt x="0" y="1142999"/>
                </a:lnTo>
                <a:lnTo>
                  <a:pt x="0" y="0"/>
                </a:lnTo>
                <a:lnTo>
                  <a:pt x="76199" y="0"/>
                </a:lnTo>
                <a:lnTo>
                  <a:pt x="76199" y="1142999"/>
                </a:lnTo>
                <a:close/>
              </a:path>
            </a:pathLst>
          </a:custGeom>
          <a:solidFill>
            <a:srgbClr val="B065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12700" marR="5080">
              <a:lnSpc>
                <a:spcPct val="75300"/>
              </a:lnSpc>
              <a:spcBef>
                <a:spcPts val="1505"/>
              </a:spcBef>
            </a:pPr>
            <a:r>
              <a:rPr spc="-315" dirty="0"/>
              <a:t>LEARNING </a:t>
            </a:r>
            <a:r>
              <a:rPr spc="-405" dirty="0">
                <a:solidFill>
                  <a:srgbClr val="B065FA"/>
                </a:solidFill>
              </a:rPr>
              <a:t>OUTCOMES</a:t>
            </a:r>
          </a:p>
        </p:txBody>
      </p:sp>
      <p:sp>
        <p:nvSpPr>
          <p:cNvPr id="12" name="object 12"/>
          <p:cNvSpPr/>
          <p:nvPr/>
        </p:nvSpPr>
        <p:spPr>
          <a:xfrm>
            <a:off x="809624" y="2614612"/>
            <a:ext cx="476250" cy="333375"/>
          </a:xfrm>
          <a:custGeom>
            <a:avLst/>
            <a:gdLst/>
            <a:ahLst/>
            <a:cxnLst/>
            <a:rect l="l" t="t" r="r" b="b"/>
            <a:pathLst>
              <a:path w="476250" h="333375">
                <a:moveTo>
                  <a:pt x="95250" y="238125"/>
                </a:moveTo>
                <a:lnTo>
                  <a:pt x="47625" y="238125"/>
                </a:lnTo>
                <a:lnTo>
                  <a:pt x="47625" y="47625"/>
                </a:lnTo>
                <a:lnTo>
                  <a:pt x="51372" y="29101"/>
                </a:lnTo>
                <a:lnTo>
                  <a:pt x="61586" y="13961"/>
                </a:lnTo>
                <a:lnTo>
                  <a:pt x="76726" y="3747"/>
                </a:lnTo>
                <a:lnTo>
                  <a:pt x="95250" y="0"/>
                </a:lnTo>
                <a:lnTo>
                  <a:pt x="381000" y="0"/>
                </a:lnTo>
                <a:lnTo>
                  <a:pt x="399523" y="3747"/>
                </a:lnTo>
                <a:lnTo>
                  <a:pt x="414663" y="13961"/>
                </a:lnTo>
                <a:lnTo>
                  <a:pt x="424877" y="29101"/>
                </a:lnTo>
                <a:lnTo>
                  <a:pt x="428625" y="47625"/>
                </a:lnTo>
                <a:lnTo>
                  <a:pt x="95250" y="47625"/>
                </a:lnTo>
                <a:lnTo>
                  <a:pt x="95250" y="238125"/>
                </a:lnTo>
                <a:close/>
              </a:path>
              <a:path w="476250" h="333375">
                <a:moveTo>
                  <a:pt x="428625" y="238125"/>
                </a:moveTo>
                <a:lnTo>
                  <a:pt x="381000" y="238125"/>
                </a:lnTo>
                <a:lnTo>
                  <a:pt x="381000" y="47625"/>
                </a:lnTo>
                <a:lnTo>
                  <a:pt x="428625" y="47625"/>
                </a:lnTo>
                <a:lnTo>
                  <a:pt x="428625" y="238125"/>
                </a:lnTo>
                <a:close/>
              </a:path>
              <a:path w="476250" h="333375">
                <a:moveTo>
                  <a:pt x="196462" y="208294"/>
                </a:moveTo>
                <a:lnTo>
                  <a:pt x="148158" y="167357"/>
                </a:lnTo>
                <a:lnTo>
                  <a:pt x="142912" y="154716"/>
                </a:lnTo>
                <a:lnTo>
                  <a:pt x="144223" y="148008"/>
                </a:lnTo>
                <a:lnTo>
                  <a:pt x="148158" y="142130"/>
                </a:lnTo>
                <a:lnTo>
                  <a:pt x="183877" y="106412"/>
                </a:lnTo>
                <a:lnTo>
                  <a:pt x="189796" y="102477"/>
                </a:lnTo>
                <a:lnTo>
                  <a:pt x="196518" y="101165"/>
                </a:lnTo>
                <a:lnTo>
                  <a:pt x="203225" y="102477"/>
                </a:lnTo>
                <a:lnTo>
                  <a:pt x="209103" y="106412"/>
                </a:lnTo>
                <a:lnTo>
                  <a:pt x="213006" y="112331"/>
                </a:lnTo>
                <a:lnTo>
                  <a:pt x="214321" y="119053"/>
                </a:lnTo>
                <a:lnTo>
                  <a:pt x="213027" y="125760"/>
                </a:lnTo>
                <a:lnTo>
                  <a:pt x="209078" y="131675"/>
                </a:lnTo>
                <a:lnTo>
                  <a:pt x="208954" y="131862"/>
                </a:lnTo>
                <a:lnTo>
                  <a:pt x="186100" y="154716"/>
                </a:lnTo>
                <a:lnTo>
                  <a:pt x="185970" y="154716"/>
                </a:lnTo>
                <a:lnTo>
                  <a:pt x="209103" y="177849"/>
                </a:lnTo>
                <a:lnTo>
                  <a:pt x="213010" y="183727"/>
                </a:lnTo>
                <a:lnTo>
                  <a:pt x="214338" y="190434"/>
                </a:lnTo>
                <a:lnTo>
                  <a:pt x="213046" y="197156"/>
                </a:lnTo>
                <a:lnTo>
                  <a:pt x="209103" y="203075"/>
                </a:lnTo>
                <a:lnTo>
                  <a:pt x="203184" y="206979"/>
                </a:lnTo>
                <a:lnTo>
                  <a:pt x="196462" y="208294"/>
                </a:lnTo>
                <a:close/>
              </a:path>
              <a:path w="476250" h="333375">
                <a:moveTo>
                  <a:pt x="286129" y="102477"/>
                </a:moveTo>
                <a:lnTo>
                  <a:pt x="273681" y="102477"/>
                </a:lnTo>
                <a:lnTo>
                  <a:pt x="280385" y="101165"/>
                </a:lnTo>
                <a:lnTo>
                  <a:pt x="279331" y="101165"/>
                </a:lnTo>
                <a:lnTo>
                  <a:pt x="286129" y="102477"/>
                </a:lnTo>
                <a:close/>
              </a:path>
              <a:path w="476250" h="333375">
                <a:moveTo>
                  <a:pt x="279949" y="208294"/>
                </a:moveTo>
                <a:lnTo>
                  <a:pt x="279663" y="208294"/>
                </a:lnTo>
                <a:lnTo>
                  <a:pt x="273051" y="206979"/>
                </a:lnTo>
                <a:lnTo>
                  <a:pt x="267220" y="203075"/>
                </a:lnTo>
                <a:lnTo>
                  <a:pt x="263317" y="197156"/>
                </a:lnTo>
                <a:lnTo>
                  <a:pt x="262002" y="190434"/>
                </a:lnTo>
                <a:lnTo>
                  <a:pt x="263296" y="183727"/>
                </a:lnTo>
                <a:lnTo>
                  <a:pt x="267220" y="177849"/>
                </a:lnTo>
                <a:lnTo>
                  <a:pt x="290354" y="154716"/>
                </a:lnTo>
                <a:lnTo>
                  <a:pt x="290224" y="154716"/>
                </a:lnTo>
                <a:lnTo>
                  <a:pt x="267196" y="131675"/>
                </a:lnTo>
                <a:lnTo>
                  <a:pt x="263279" y="125760"/>
                </a:lnTo>
                <a:lnTo>
                  <a:pt x="261978" y="119053"/>
                </a:lnTo>
                <a:lnTo>
                  <a:pt x="263308" y="112331"/>
                </a:lnTo>
                <a:lnTo>
                  <a:pt x="267120" y="106636"/>
                </a:lnTo>
                <a:lnTo>
                  <a:pt x="267333" y="106412"/>
                </a:lnTo>
                <a:lnTo>
                  <a:pt x="273300" y="102477"/>
                </a:lnTo>
                <a:lnTo>
                  <a:pt x="286442" y="102477"/>
                </a:lnTo>
                <a:lnTo>
                  <a:pt x="292671" y="106636"/>
                </a:lnTo>
                <a:lnTo>
                  <a:pt x="328166" y="142130"/>
                </a:lnTo>
                <a:lnTo>
                  <a:pt x="332072" y="148008"/>
                </a:lnTo>
                <a:lnTo>
                  <a:pt x="333401" y="154716"/>
                </a:lnTo>
                <a:lnTo>
                  <a:pt x="332108" y="161437"/>
                </a:lnTo>
                <a:lnTo>
                  <a:pt x="328166" y="167357"/>
                </a:lnTo>
                <a:lnTo>
                  <a:pt x="292447" y="203075"/>
                </a:lnTo>
                <a:lnTo>
                  <a:pt x="286575" y="206979"/>
                </a:lnTo>
                <a:lnTo>
                  <a:pt x="279949" y="208294"/>
                </a:lnTo>
                <a:close/>
              </a:path>
              <a:path w="476250" h="333375">
                <a:moveTo>
                  <a:pt x="419100" y="333375"/>
                </a:moveTo>
                <a:lnTo>
                  <a:pt x="57150" y="333375"/>
                </a:lnTo>
                <a:lnTo>
                  <a:pt x="34909" y="328882"/>
                </a:lnTo>
                <a:lnTo>
                  <a:pt x="16743" y="316631"/>
                </a:lnTo>
                <a:lnTo>
                  <a:pt x="4492" y="298465"/>
                </a:lnTo>
                <a:lnTo>
                  <a:pt x="0" y="276225"/>
                </a:lnTo>
                <a:lnTo>
                  <a:pt x="0" y="268337"/>
                </a:lnTo>
                <a:lnTo>
                  <a:pt x="6399" y="261937"/>
                </a:lnTo>
                <a:lnTo>
                  <a:pt x="469850" y="261937"/>
                </a:lnTo>
                <a:lnTo>
                  <a:pt x="476250" y="268337"/>
                </a:lnTo>
                <a:lnTo>
                  <a:pt x="476250" y="276225"/>
                </a:lnTo>
                <a:lnTo>
                  <a:pt x="471757" y="298465"/>
                </a:lnTo>
                <a:lnTo>
                  <a:pt x="459506" y="316631"/>
                </a:lnTo>
                <a:lnTo>
                  <a:pt x="441340" y="328882"/>
                </a:lnTo>
                <a:lnTo>
                  <a:pt x="419100" y="333375"/>
                </a:lnTo>
                <a:close/>
              </a:path>
            </a:pathLst>
          </a:custGeom>
          <a:solidFill>
            <a:srgbClr val="B065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85825" y="4219575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66687" y="154781"/>
                </a:moveTo>
                <a:lnTo>
                  <a:pt x="101808" y="150104"/>
                </a:lnTo>
                <a:lnTo>
                  <a:pt x="48824" y="137349"/>
                </a:lnTo>
                <a:lnTo>
                  <a:pt x="13100" y="118427"/>
                </a:lnTo>
                <a:lnTo>
                  <a:pt x="0" y="95250"/>
                </a:lnTo>
                <a:lnTo>
                  <a:pt x="0" y="59531"/>
                </a:lnTo>
                <a:lnTo>
                  <a:pt x="13100" y="36353"/>
                </a:lnTo>
                <a:lnTo>
                  <a:pt x="48824" y="17431"/>
                </a:lnTo>
                <a:lnTo>
                  <a:pt x="101808" y="4676"/>
                </a:lnTo>
                <a:lnTo>
                  <a:pt x="166687" y="0"/>
                </a:lnTo>
                <a:lnTo>
                  <a:pt x="231566" y="4676"/>
                </a:lnTo>
                <a:lnTo>
                  <a:pt x="284550" y="17431"/>
                </a:lnTo>
                <a:lnTo>
                  <a:pt x="320274" y="36353"/>
                </a:lnTo>
                <a:lnTo>
                  <a:pt x="333375" y="59531"/>
                </a:lnTo>
                <a:lnTo>
                  <a:pt x="333375" y="95250"/>
                </a:lnTo>
                <a:lnTo>
                  <a:pt x="320274" y="118427"/>
                </a:lnTo>
                <a:lnTo>
                  <a:pt x="284550" y="137349"/>
                </a:lnTo>
                <a:lnTo>
                  <a:pt x="231566" y="150104"/>
                </a:lnTo>
                <a:lnTo>
                  <a:pt x="166687" y="154781"/>
                </a:lnTo>
                <a:close/>
              </a:path>
              <a:path w="333375" h="381000">
                <a:moveTo>
                  <a:pt x="166687" y="273843"/>
                </a:moveTo>
                <a:lnTo>
                  <a:pt x="101808" y="269167"/>
                </a:lnTo>
                <a:lnTo>
                  <a:pt x="48824" y="256412"/>
                </a:lnTo>
                <a:lnTo>
                  <a:pt x="13100" y="237490"/>
                </a:lnTo>
                <a:lnTo>
                  <a:pt x="0" y="214312"/>
                </a:lnTo>
                <a:lnTo>
                  <a:pt x="0" y="138484"/>
                </a:lnTo>
                <a:lnTo>
                  <a:pt x="8828" y="144708"/>
                </a:lnTo>
                <a:lnTo>
                  <a:pt x="18693" y="150325"/>
                </a:lnTo>
                <a:lnTo>
                  <a:pt x="67798" y="167731"/>
                </a:lnTo>
                <a:lnTo>
                  <a:pt x="131464" y="177326"/>
                </a:lnTo>
                <a:lnTo>
                  <a:pt x="166687" y="178593"/>
                </a:lnTo>
                <a:lnTo>
                  <a:pt x="333375" y="178593"/>
                </a:lnTo>
                <a:lnTo>
                  <a:pt x="333375" y="214312"/>
                </a:lnTo>
                <a:lnTo>
                  <a:pt x="320274" y="237490"/>
                </a:lnTo>
                <a:lnTo>
                  <a:pt x="284550" y="256412"/>
                </a:lnTo>
                <a:lnTo>
                  <a:pt x="231566" y="269167"/>
                </a:lnTo>
                <a:lnTo>
                  <a:pt x="166687" y="273843"/>
                </a:lnTo>
                <a:close/>
              </a:path>
              <a:path w="333375" h="381000">
                <a:moveTo>
                  <a:pt x="333375" y="178593"/>
                </a:moveTo>
                <a:lnTo>
                  <a:pt x="166687" y="178593"/>
                </a:lnTo>
                <a:lnTo>
                  <a:pt x="201910" y="177326"/>
                </a:lnTo>
                <a:lnTo>
                  <a:pt x="235111" y="173645"/>
                </a:lnTo>
                <a:lnTo>
                  <a:pt x="292596" y="159767"/>
                </a:lnTo>
                <a:lnTo>
                  <a:pt x="333375" y="138484"/>
                </a:lnTo>
                <a:lnTo>
                  <a:pt x="333375" y="178593"/>
                </a:lnTo>
                <a:close/>
              </a:path>
              <a:path w="333375" h="381000">
                <a:moveTo>
                  <a:pt x="166687" y="381000"/>
                </a:moveTo>
                <a:lnTo>
                  <a:pt x="101808" y="376323"/>
                </a:lnTo>
                <a:lnTo>
                  <a:pt x="48824" y="363568"/>
                </a:lnTo>
                <a:lnTo>
                  <a:pt x="13100" y="344646"/>
                </a:lnTo>
                <a:lnTo>
                  <a:pt x="0" y="321468"/>
                </a:lnTo>
                <a:lnTo>
                  <a:pt x="0" y="257547"/>
                </a:lnTo>
                <a:lnTo>
                  <a:pt x="8828" y="263771"/>
                </a:lnTo>
                <a:lnTo>
                  <a:pt x="18693" y="269388"/>
                </a:lnTo>
                <a:lnTo>
                  <a:pt x="67798" y="286794"/>
                </a:lnTo>
                <a:lnTo>
                  <a:pt x="131464" y="296388"/>
                </a:lnTo>
                <a:lnTo>
                  <a:pt x="166687" y="297656"/>
                </a:lnTo>
                <a:lnTo>
                  <a:pt x="333375" y="297656"/>
                </a:lnTo>
                <a:lnTo>
                  <a:pt x="333375" y="321468"/>
                </a:lnTo>
                <a:lnTo>
                  <a:pt x="320274" y="344646"/>
                </a:lnTo>
                <a:lnTo>
                  <a:pt x="284550" y="363568"/>
                </a:lnTo>
                <a:lnTo>
                  <a:pt x="231566" y="376323"/>
                </a:lnTo>
                <a:lnTo>
                  <a:pt x="166687" y="381000"/>
                </a:lnTo>
                <a:close/>
              </a:path>
              <a:path w="333375" h="381000">
                <a:moveTo>
                  <a:pt x="333375" y="297656"/>
                </a:moveTo>
                <a:lnTo>
                  <a:pt x="166687" y="297656"/>
                </a:lnTo>
                <a:lnTo>
                  <a:pt x="201910" y="296388"/>
                </a:lnTo>
                <a:lnTo>
                  <a:pt x="235111" y="292707"/>
                </a:lnTo>
                <a:lnTo>
                  <a:pt x="292596" y="278829"/>
                </a:lnTo>
                <a:lnTo>
                  <a:pt x="333375" y="257547"/>
                </a:lnTo>
                <a:lnTo>
                  <a:pt x="333375" y="297656"/>
                </a:lnTo>
                <a:close/>
              </a:path>
            </a:pathLst>
          </a:custGeom>
          <a:solidFill>
            <a:srgbClr val="B065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11299" y="2174623"/>
            <a:ext cx="3813810" cy="300736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1600" b="1" spc="-150" dirty="0">
                <a:solidFill>
                  <a:srgbClr val="FFFFFF"/>
                </a:solidFill>
                <a:latin typeface="Lucida Sans"/>
                <a:cs typeface="Lucida Sans"/>
              </a:rPr>
              <a:t>F</a:t>
            </a:r>
            <a:r>
              <a:rPr sz="2350" b="1" spc="-150" dirty="0">
                <a:solidFill>
                  <a:srgbClr val="FFFFFF"/>
                </a:solidFill>
                <a:latin typeface="Microsoft YaHei"/>
                <a:cs typeface="Microsoft YaHei"/>
              </a:rPr>
              <a:t>u</a:t>
            </a:r>
            <a:r>
              <a:rPr sz="1600" b="1" spc="-150" dirty="0">
                <a:solidFill>
                  <a:srgbClr val="FFFFFF"/>
                </a:solidFill>
                <a:latin typeface="Lucida Sans"/>
                <a:cs typeface="Lucida Sans"/>
              </a:rPr>
              <a:t>ll-</a:t>
            </a:r>
            <a:r>
              <a:rPr sz="1600" b="1" spc="-45" dirty="0">
                <a:solidFill>
                  <a:srgbClr val="FFFFFF"/>
                </a:solidFill>
                <a:latin typeface="Lucida Sans"/>
                <a:cs typeface="Lucida Sans"/>
              </a:rPr>
              <a:t>Stack</a:t>
            </a:r>
            <a:r>
              <a:rPr sz="1600" b="1" spc="-13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600" b="1" spc="-40" dirty="0">
                <a:solidFill>
                  <a:srgbClr val="FFFFFF"/>
                </a:solidFill>
                <a:latin typeface="Lucida Sans"/>
                <a:cs typeface="Lucida Sans"/>
              </a:rPr>
              <a:t>De</a:t>
            </a:r>
            <a:r>
              <a:rPr sz="2350" b="1" spc="-40" dirty="0">
                <a:solidFill>
                  <a:srgbClr val="FFFFFF"/>
                </a:solidFill>
                <a:latin typeface="Microsoft YaHei"/>
                <a:cs typeface="Microsoft YaHei"/>
              </a:rPr>
              <a:t>v</a:t>
            </a:r>
            <a:r>
              <a:rPr sz="1600" b="1" spc="-40" dirty="0">
                <a:solidFill>
                  <a:srgbClr val="FFFFFF"/>
                </a:solidFill>
                <a:latin typeface="Lucida Sans"/>
                <a:cs typeface="Lucida Sans"/>
              </a:rPr>
              <a:t>elopment</a:t>
            </a:r>
            <a:endParaRPr sz="1600">
              <a:latin typeface="Lucida Sans"/>
              <a:cs typeface="Lucida Sans"/>
            </a:endParaRPr>
          </a:p>
          <a:p>
            <a:pPr marL="12700" marR="5080">
              <a:lnSpc>
                <a:spcPct val="118800"/>
              </a:lnSpc>
              <a:spcBef>
                <a:spcPts val="575"/>
              </a:spcBef>
            </a:pPr>
            <a:r>
              <a:rPr sz="1350" spc="-85" dirty="0">
                <a:solidFill>
                  <a:srgbClr val="A0AEBF"/>
                </a:solidFill>
                <a:latin typeface="Microsoft Sans Serif"/>
                <a:cs typeface="Microsoft Sans Serif"/>
              </a:rPr>
              <a:t>Gained</a:t>
            </a:r>
            <a:r>
              <a:rPr sz="1350" spc="-10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Microsoft Sans Serif"/>
                <a:cs typeface="Microsoft Sans Serif"/>
              </a:rPr>
              <a:t>comprehensive</a:t>
            </a:r>
            <a:r>
              <a:rPr sz="1350" spc="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Microsoft Sans Serif"/>
                <a:cs typeface="Microsoft Sans Serif"/>
              </a:rPr>
              <a:t>experience</a:t>
            </a:r>
            <a:r>
              <a:rPr sz="135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Microsoft Sans Serif"/>
                <a:cs typeface="Microsoft Sans Serif"/>
              </a:rPr>
              <a:t>with</a:t>
            </a:r>
            <a:r>
              <a:rPr sz="1350" spc="-10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Microsoft Sans Serif"/>
                <a:cs typeface="Microsoft Sans Serif"/>
              </a:rPr>
              <a:t>both</a:t>
            </a:r>
            <a:r>
              <a:rPr sz="1350" spc="-10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Microsoft Sans Serif"/>
                <a:cs typeface="Microsoft Sans Serif"/>
              </a:rPr>
              <a:t>frontend </a:t>
            </a:r>
            <a:r>
              <a:rPr sz="1350" spc="-85" dirty="0">
                <a:solidFill>
                  <a:srgbClr val="A0AEBF"/>
                </a:solidFill>
                <a:latin typeface="Microsoft Sans Serif"/>
                <a:cs typeface="Microsoft Sans Serif"/>
              </a:rPr>
              <a:t>(HTML/CSS/JS)</a:t>
            </a:r>
            <a:r>
              <a:rPr sz="1350" spc="-7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Microsoft Sans Serif"/>
                <a:cs typeface="Microsoft Sans Serif"/>
              </a:rPr>
              <a:t>and</a:t>
            </a:r>
            <a:r>
              <a:rPr sz="1350" spc="-7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Microsoft Sans Serif"/>
                <a:cs typeface="Microsoft Sans Serif"/>
              </a:rPr>
              <a:t>backend</a:t>
            </a:r>
            <a:r>
              <a:rPr sz="1350" spc="-7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185" dirty="0">
                <a:solidFill>
                  <a:srgbClr val="A0AEBF"/>
                </a:solidFill>
                <a:latin typeface="Microsoft Sans Serif"/>
                <a:cs typeface="Microsoft Sans Serif"/>
              </a:rPr>
              <a:t>(ASP.NET,</a:t>
            </a:r>
            <a:r>
              <a:rPr sz="1350" spc="18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C#) </a:t>
            </a:r>
            <a:r>
              <a:rPr sz="1350" spc="-45" dirty="0">
                <a:solidFill>
                  <a:srgbClr val="A0AEBF"/>
                </a:solidFill>
                <a:latin typeface="Microsoft Sans Serif"/>
                <a:cs typeface="Microsoft Sans Serif"/>
              </a:rPr>
              <a:t>technologies,</a:t>
            </a:r>
            <a:r>
              <a:rPr sz="1350" spc="10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Microsoft Sans Serif"/>
                <a:cs typeface="Microsoft Sans Serif"/>
              </a:rPr>
              <a:t>bridging</a:t>
            </a:r>
            <a:r>
              <a:rPr sz="1350" spc="-11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Microsoft Sans Serif"/>
                <a:cs typeface="Microsoft Sans Serif"/>
              </a:rPr>
              <a:t>the</a:t>
            </a:r>
            <a:r>
              <a:rPr sz="1350" spc="-1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Microsoft Sans Serif"/>
                <a:cs typeface="Microsoft Sans Serif"/>
              </a:rPr>
              <a:t>gap</a:t>
            </a:r>
            <a:r>
              <a:rPr sz="1350" spc="-114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Microsoft Sans Serif"/>
                <a:cs typeface="Microsoft Sans Serif"/>
              </a:rPr>
              <a:t>between</a:t>
            </a:r>
            <a:r>
              <a:rPr sz="1350" spc="-11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Microsoft Sans Serif"/>
                <a:cs typeface="Microsoft Sans Serif"/>
              </a:rPr>
              <a:t>user</a:t>
            </a:r>
            <a:r>
              <a:rPr sz="1350" spc="-114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Microsoft Sans Serif"/>
                <a:cs typeface="Microsoft Sans Serif"/>
              </a:rPr>
              <a:t>interface </a:t>
            </a:r>
            <a:r>
              <a:rPr sz="1350" spc="-60" dirty="0">
                <a:solidFill>
                  <a:srgbClr val="A0AEBF"/>
                </a:solidFill>
                <a:latin typeface="Microsoft Sans Serif"/>
                <a:cs typeface="Microsoft Sans Serif"/>
              </a:rPr>
              <a:t>and</a:t>
            </a:r>
            <a:r>
              <a:rPr sz="1350" spc="-9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Microsoft Sans Serif"/>
                <a:cs typeface="Microsoft Sans Serif"/>
              </a:rPr>
              <a:t>server-</a:t>
            </a:r>
            <a:r>
              <a:rPr sz="1350" spc="-65" dirty="0">
                <a:solidFill>
                  <a:srgbClr val="A0AEBF"/>
                </a:solidFill>
                <a:latin typeface="Microsoft Sans Serif"/>
                <a:cs typeface="Microsoft Sans Serif"/>
              </a:rPr>
              <a:t>side</a:t>
            </a:r>
            <a:r>
              <a:rPr sz="1350" spc="1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Microsoft Sans Serif"/>
                <a:cs typeface="Microsoft Sans Serif"/>
              </a:rPr>
              <a:t>logic.</a:t>
            </a:r>
            <a:endParaRPr sz="13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150" dirty="0">
                <a:solidFill>
                  <a:srgbClr val="FFFFFF"/>
                </a:solidFill>
                <a:latin typeface="Lucida Sans"/>
                <a:cs typeface="Lucida Sans"/>
              </a:rPr>
              <a:t>Impro</a:t>
            </a:r>
            <a:r>
              <a:rPr sz="2350" b="1" spc="-150" dirty="0">
                <a:solidFill>
                  <a:srgbClr val="FFFFFF"/>
                </a:solidFill>
                <a:latin typeface="Microsoft YaHei"/>
                <a:cs typeface="Microsoft YaHei"/>
              </a:rPr>
              <a:t>v</a:t>
            </a:r>
            <a:r>
              <a:rPr sz="1600" b="1" spc="-150" dirty="0">
                <a:solidFill>
                  <a:srgbClr val="FFFFFF"/>
                </a:solidFill>
                <a:latin typeface="Lucida Sans"/>
                <a:cs typeface="Lucida Sans"/>
              </a:rPr>
              <a:t>ed </a:t>
            </a:r>
            <a:r>
              <a:rPr sz="1600" b="1" spc="-100" dirty="0">
                <a:solidFill>
                  <a:srgbClr val="FFFFFF"/>
                </a:solidFill>
                <a:latin typeface="Lucida Sans"/>
                <a:cs typeface="Lucida Sans"/>
              </a:rPr>
              <a:t>Database</a:t>
            </a:r>
            <a:r>
              <a:rPr sz="1600" b="1" spc="-14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Lucida Sans"/>
                <a:cs typeface="Lucida Sans"/>
              </a:rPr>
              <a:t>Design</a:t>
            </a:r>
            <a:endParaRPr sz="1600">
              <a:latin typeface="Lucida Sans"/>
              <a:cs typeface="Lucida Sans"/>
            </a:endParaRPr>
          </a:p>
          <a:p>
            <a:pPr marL="12700" marR="391160">
              <a:lnSpc>
                <a:spcPct val="118100"/>
              </a:lnSpc>
              <a:spcBef>
                <a:spcPts val="585"/>
              </a:spcBef>
            </a:pPr>
            <a:r>
              <a:rPr sz="1350" spc="-75" dirty="0">
                <a:solidFill>
                  <a:srgbClr val="A0AEBF"/>
                </a:solidFill>
                <a:latin typeface="Microsoft Sans Serif"/>
                <a:cs typeface="Microsoft Sans Serif"/>
              </a:rPr>
              <a:t>Enhanced</a:t>
            </a:r>
            <a:r>
              <a:rPr sz="1350" spc="-10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Microsoft Sans Serif"/>
                <a:cs typeface="Microsoft Sans Serif"/>
              </a:rPr>
              <a:t>skills</a:t>
            </a:r>
            <a:r>
              <a:rPr sz="1350" spc="-10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Microsoft Sans Serif"/>
                <a:cs typeface="Microsoft Sans Serif"/>
              </a:rPr>
              <a:t>in</a:t>
            </a:r>
            <a:r>
              <a:rPr sz="1350" spc="-10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170" dirty="0">
                <a:solidFill>
                  <a:srgbClr val="A0AEBF"/>
                </a:solidFill>
                <a:latin typeface="Microsoft Sans Serif"/>
                <a:cs typeface="Microsoft Sans Serif"/>
              </a:rPr>
              <a:t>SQL </a:t>
            </a:r>
            <a:r>
              <a:rPr sz="1350" spc="-75" dirty="0">
                <a:solidFill>
                  <a:srgbClr val="A0AEBF"/>
                </a:solidFill>
                <a:latin typeface="Microsoft Sans Serif"/>
                <a:cs typeface="Microsoft Sans Serif"/>
              </a:rPr>
              <a:t>Server</a:t>
            </a:r>
            <a:r>
              <a:rPr sz="1350" spc="-10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35" dirty="0">
                <a:solidFill>
                  <a:srgbClr val="A0AEBF"/>
                </a:solidFill>
                <a:latin typeface="Microsoft Sans Serif"/>
                <a:cs typeface="Microsoft Sans Serif"/>
              </a:rPr>
              <a:t>architecture,</a:t>
            </a:r>
            <a:r>
              <a:rPr sz="1350" spc="13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Microsoft Sans Serif"/>
                <a:cs typeface="Microsoft Sans Serif"/>
              </a:rPr>
              <a:t>query optimization,</a:t>
            </a:r>
            <a:r>
              <a:rPr sz="1350" spc="11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Microsoft Sans Serif"/>
                <a:cs typeface="Microsoft Sans Serif"/>
              </a:rPr>
              <a:t>and</a:t>
            </a:r>
            <a:r>
              <a:rPr sz="1350" spc="-11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35" dirty="0">
                <a:solidFill>
                  <a:srgbClr val="A0AEBF"/>
                </a:solidFill>
                <a:latin typeface="Microsoft Sans Serif"/>
                <a:cs typeface="Microsoft Sans Serif"/>
              </a:rPr>
              <a:t>data</a:t>
            </a:r>
            <a:r>
              <a:rPr sz="1350" spc="-114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Microsoft Sans Serif"/>
                <a:cs typeface="Microsoft Sans Serif"/>
              </a:rPr>
              <a:t>modeling</a:t>
            </a:r>
            <a:r>
              <a:rPr sz="1350" spc="-11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Microsoft Sans Serif"/>
                <a:cs typeface="Microsoft Sans Serif"/>
              </a:rPr>
              <a:t>for</a:t>
            </a:r>
            <a:r>
              <a:rPr sz="1350" spc="-11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Microsoft Sans Serif"/>
                <a:cs typeface="Microsoft Sans Serif"/>
              </a:rPr>
              <a:t>efficient </a:t>
            </a:r>
            <a:r>
              <a:rPr sz="1350" spc="-20" dirty="0">
                <a:solidFill>
                  <a:srgbClr val="A0AEBF"/>
                </a:solidFill>
                <a:latin typeface="Microsoft Sans Serif"/>
                <a:cs typeface="Microsoft Sans Serif"/>
              </a:rPr>
              <a:t>certificate</a:t>
            </a:r>
            <a:r>
              <a:rPr sz="135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35" dirty="0">
                <a:solidFill>
                  <a:srgbClr val="A0AEBF"/>
                </a:solidFill>
                <a:latin typeface="Microsoft Sans Serif"/>
                <a:cs typeface="Microsoft Sans Serif"/>
              </a:rPr>
              <a:t>data</a:t>
            </a:r>
            <a:r>
              <a:rPr sz="1350" spc="-10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Microsoft Sans Serif"/>
                <a:cs typeface="Microsoft Sans Serif"/>
              </a:rPr>
              <a:t>storage</a:t>
            </a:r>
            <a:r>
              <a:rPr sz="1350" spc="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Microsoft Sans Serif"/>
                <a:cs typeface="Microsoft Sans Serif"/>
              </a:rPr>
              <a:t>and</a:t>
            </a:r>
            <a:r>
              <a:rPr sz="1350" spc="-10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Microsoft Sans Serif"/>
                <a:cs typeface="Microsoft Sans Serif"/>
              </a:rPr>
              <a:t>retrieval.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848349" y="259079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8313" y="380851"/>
                </a:moveTo>
                <a:lnTo>
                  <a:pt x="189133" y="380851"/>
                </a:lnTo>
                <a:lnTo>
                  <a:pt x="146769" y="375969"/>
                </a:lnTo>
                <a:lnTo>
                  <a:pt x="106690" y="361639"/>
                </a:lnTo>
                <a:lnTo>
                  <a:pt x="71333" y="339152"/>
                </a:lnTo>
                <a:lnTo>
                  <a:pt x="41841" y="309652"/>
                </a:lnTo>
                <a:lnTo>
                  <a:pt x="19358" y="274282"/>
                </a:lnTo>
                <a:lnTo>
                  <a:pt x="5030" y="234183"/>
                </a:lnTo>
                <a:lnTo>
                  <a:pt x="69" y="191104"/>
                </a:lnTo>
                <a:lnTo>
                  <a:pt x="0" y="190500"/>
                </a:lnTo>
                <a:lnTo>
                  <a:pt x="5030" y="146816"/>
                </a:lnTo>
                <a:lnTo>
                  <a:pt x="19248" y="107032"/>
                </a:lnTo>
                <a:lnTo>
                  <a:pt x="41847" y="71347"/>
                </a:lnTo>
                <a:lnTo>
                  <a:pt x="71347" y="41847"/>
                </a:lnTo>
                <a:lnTo>
                  <a:pt x="106718" y="19360"/>
                </a:lnTo>
                <a:lnTo>
                  <a:pt x="146816" y="5030"/>
                </a:lnTo>
                <a:lnTo>
                  <a:pt x="190500" y="0"/>
                </a:lnTo>
                <a:lnTo>
                  <a:pt x="234183" y="5030"/>
                </a:lnTo>
                <a:lnTo>
                  <a:pt x="274282" y="19360"/>
                </a:lnTo>
                <a:lnTo>
                  <a:pt x="309652" y="41847"/>
                </a:lnTo>
                <a:lnTo>
                  <a:pt x="315430" y="47625"/>
                </a:lnTo>
                <a:lnTo>
                  <a:pt x="187342" y="47625"/>
                </a:lnTo>
                <a:lnTo>
                  <a:pt x="184304" y="48229"/>
                </a:lnTo>
                <a:lnTo>
                  <a:pt x="166687" y="68279"/>
                </a:lnTo>
                <a:lnTo>
                  <a:pt x="166687" y="74595"/>
                </a:lnTo>
                <a:lnTo>
                  <a:pt x="187342" y="95249"/>
                </a:lnTo>
                <a:lnTo>
                  <a:pt x="92092" y="95249"/>
                </a:lnTo>
                <a:lnTo>
                  <a:pt x="71437" y="115904"/>
                </a:lnTo>
                <a:lnTo>
                  <a:pt x="71437" y="122220"/>
                </a:lnTo>
                <a:lnTo>
                  <a:pt x="92092" y="142874"/>
                </a:lnTo>
                <a:lnTo>
                  <a:pt x="374560" y="142874"/>
                </a:lnTo>
                <a:lnTo>
                  <a:pt x="375969" y="146816"/>
                </a:lnTo>
                <a:lnTo>
                  <a:pt x="381000" y="190500"/>
                </a:lnTo>
                <a:lnTo>
                  <a:pt x="68279" y="190500"/>
                </a:lnTo>
                <a:lnTo>
                  <a:pt x="65242" y="191104"/>
                </a:lnTo>
                <a:lnTo>
                  <a:pt x="47624" y="217470"/>
                </a:lnTo>
                <a:lnTo>
                  <a:pt x="48229" y="220507"/>
                </a:lnTo>
                <a:lnTo>
                  <a:pt x="68279" y="238124"/>
                </a:lnTo>
                <a:lnTo>
                  <a:pt x="255984" y="238124"/>
                </a:lnTo>
                <a:lnTo>
                  <a:pt x="242084" y="240932"/>
                </a:lnTo>
                <a:lnTo>
                  <a:pt x="230730" y="248589"/>
                </a:lnTo>
                <a:lnTo>
                  <a:pt x="223073" y="259943"/>
                </a:lnTo>
                <a:lnTo>
                  <a:pt x="220265" y="273843"/>
                </a:lnTo>
                <a:lnTo>
                  <a:pt x="220265" y="276373"/>
                </a:lnTo>
                <a:lnTo>
                  <a:pt x="220563" y="278829"/>
                </a:lnTo>
                <a:lnTo>
                  <a:pt x="221009" y="281210"/>
                </a:lnTo>
                <a:lnTo>
                  <a:pt x="222572" y="288800"/>
                </a:lnTo>
                <a:lnTo>
                  <a:pt x="225846" y="296093"/>
                </a:lnTo>
                <a:lnTo>
                  <a:pt x="232368" y="311158"/>
                </a:lnTo>
                <a:lnTo>
                  <a:pt x="235250" y="318892"/>
                </a:lnTo>
                <a:lnTo>
                  <a:pt x="237282" y="326723"/>
                </a:lnTo>
                <a:lnTo>
                  <a:pt x="238050" y="334714"/>
                </a:lnTo>
                <a:lnTo>
                  <a:pt x="235169" y="351770"/>
                </a:lnTo>
                <a:lnTo>
                  <a:pt x="227055" y="366293"/>
                </a:lnTo>
                <a:lnTo>
                  <a:pt x="214505" y="376561"/>
                </a:lnTo>
                <a:lnTo>
                  <a:pt x="198313" y="380851"/>
                </a:lnTo>
                <a:close/>
              </a:path>
              <a:path w="381000" h="381000">
                <a:moveTo>
                  <a:pt x="374560" y="142874"/>
                </a:moveTo>
                <a:lnTo>
                  <a:pt x="288907" y="142874"/>
                </a:lnTo>
                <a:lnTo>
                  <a:pt x="291945" y="142270"/>
                </a:lnTo>
                <a:lnTo>
                  <a:pt x="297779" y="139853"/>
                </a:lnTo>
                <a:lnTo>
                  <a:pt x="309562" y="122220"/>
                </a:lnTo>
                <a:lnTo>
                  <a:pt x="309562" y="115904"/>
                </a:lnTo>
                <a:lnTo>
                  <a:pt x="288907" y="95249"/>
                </a:lnTo>
                <a:lnTo>
                  <a:pt x="193657" y="95249"/>
                </a:lnTo>
                <a:lnTo>
                  <a:pt x="196695" y="94645"/>
                </a:lnTo>
                <a:lnTo>
                  <a:pt x="214312" y="74595"/>
                </a:lnTo>
                <a:lnTo>
                  <a:pt x="214312" y="68279"/>
                </a:lnTo>
                <a:lnTo>
                  <a:pt x="193657" y="47625"/>
                </a:lnTo>
                <a:lnTo>
                  <a:pt x="315430" y="47625"/>
                </a:lnTo>
                <a:lnTo>
                  <a:pt x="339152" y="71347"/>
                </a:lnTo>
                <a:lnTo>
                  <a:pt x="361639" y="106718"/>
                </a:lnTo>
                <a:lnTo>
                  <a:pt x="374560" y="142874"/>
                </a:lnTo>
                <a:close/>
              </a:path>
              <a:path w="381000" h="381000">
                <a:moveTo>
                  <a:pt x="282592" y="142874"/>
                </a:moveTo>
                <a:lnTo>
                  <a:pt x="98407" y="142874"/>
                </a:lnTo>
                <a:lnTo>
                  <a:pt x="101445" y="142270"/>
                </a:lnTo>
                <a:lnTo>
                  <a:pt x="107280" y="139853"/>
                </a:lnTo>
                <a:lnTo>
                  <a:pt x="119062" y="122220"/>
                </a:lnTo>
                <a:lnTo>
                  <a:pt x="119062" y="115904"/>
                </a:lnTo>
                <a:lnTo>
                  <a:pt x="98407" y="95249"/>
                </a:lnTo>
                <a:lnTo>
                  <a:pt x="282592" y="95249"/>
                </a:lnTo>
                <a:lnTo>
                  <a:pt x="261937" y="115904"/>
                </a:lnTo>
                <a:lnTo>
                  <a:pt x="261937" y="122220"/>
                </a:lnTo>
                <a:lnTo>
                  <a:pt x="279554" y="142270"/>
                </a:lnTo>
                <a:lnTo>
                  <a:pt x="282592" y="142874"/>
                </a:lnTo>
                <a:close/>
              </a:path>
              <a:path w="381000" h="381000">
                <a:moveTo>
                  <a:pt x="328835" y="238124"/>
                </a:moveTo>
                <a:lnTo>
                  <a:pt x="74595" y="238124"/>
                </a:lnTo>
                <a:lnTo>
                  <a:pt x="77632" y="237520"/>
                </a:lnTo>
                <a:lnTo>
                  <a:pt x="83467" y="235103"/>
                </a:lnTo>
                <a:lnTo>
                  <a:pt x="95249" y="217470"/>
                </a:lnTo>
                <a:lnTo>
                  <a:pt x="95238" y="211095"/>
                </a:lnTo>
                <a:lnTo>
                  <a:pt x="74595" y="190500"/>
                </a:lnTo>
                <a:lnTo>
                  <a:pt x="381000" y="190500"/>
                </a:lnTo>
                <a:lnTo>
                  <a:pt x="381000" y="192509"/>
                </a:lnTo>
                <a:lnTo>
                  <a:pt x="376543" y="211095"/>
                </a:lnTo>
                <a:lnTo>
                  <a:pt x="364991" y="225502"/>
                </a:lnTo>
                <a:lnTo>
                  <a:pt x="348403" y="234817"/>
                </a:lnTo>
                <a:lnTo>
                  <a:pt x="328835" y="238124"/>
                </a:lnTo>
                <a:close/>
              </a:path>
            </a:pathLst>
          </a:custGeom>
          <a:solidFill>
            <a:srgbClr val="B065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800724" y="4005262"/>
            <a:ext cx="476250" cy="333375"/>
          </a:xfrm>
          <a:custGeom>
            <a:avLst/>
            <a:gdLst/>
            <a:ahLst/>
            <a:cxnLst/>
            <a:rect l="l" t="t" r="r" b="b"/>
            <a:pathLst>
              <a:path w="476250" h="333375">
                <a:moveTo>
                  <a:pt x="381000" y="333375"/>
                </a:moveTo>
                <a:lnTo>
                  <a:pt x="107156" y="333375"/>
                </a:lnTo>
                <a:lnTo>
                  <a:pt x="65455" y="324951"/>
                </a:lnTo>
                <a:lnTo>
                  <a:pt x="31393" y="301981"/>
                </a:lnTo>
                <a:lnTo>
                  <a:pt x="8423" y="267919"/>
                </a:lnTo>
                <a:lnTo>
                  <a:pt x="0" y="226218"/>
                </a:lnTo>
                <a:lnTo>
                  <a:pt x="5325" y="192763"/>
                </a:lnTo>
                <a:lnTo>
                  <a:pt x="20166" y="163627"/>
                </a:lnTo>
                <a:lnTo>
                  <a:pt x="42820" y="140504"/>
                </a:lnTo>
                <a:lnTo>
                  <a:pt x="71586" y="125090"/>
                </a:lnTo>
                <a:lnTo>
                  <a:pt x="71511" y="123080"/>
                </a:lnTo>
                <a:lnTo>
                  <a:pt x="80790" y="72707"/>
                </a:lnTo>
                <a:lnTo>
                  <a:pt x="106300" y="34862"/>
                </a:lnTo>
                <a:lnTo>
                  <a:pt x="144144" y="9352"/>
                </a:lnTo>
                <a:lnTo>
                  <a:pt x="190500" y="0"/>
                </a:lnTo>
                <a:lnTo>
                  <a:pt x="222344" y="4302"/>
                </a:lnTo>
                <a:lnTo>
                  <a:pt x="250924" y="16445"/>
                </a:lnTo>
                <a:lnTo>
                  <a:pt x="275094" y="35286"/>
                </a:lnTo>
                <a:lnTo>
                  <a:pt x="293712" y="59680"/>
                </a:lnTo>
                <a:lnTo>
                  <a:pt x="370724" y="59680"/>
                </a:lnTo>
                <a:lnTo>
                  <a:pt x="383883" y="68553"/>
                </a:lnTo>
                <a:lnTo>
                  <a:pt x="399196" y="91261"/>
                </a:lnTo>
                <a:lnTo>
                  <a:pt x="402399" y="107119"/>
                </a:lnTo>
                <a:lnTo>
                  <a:pt x="237985" y="107119"/>
                </a:lnTo>
                <a:lnTo>
                  <a:pt x="231277" y="108430"/>
                </a:lnTo>
                <a:lnTo>
                  <a:pt x="225400" y="112365"/>
                </a:lnTo>
                <a:lnTo>
                  <a:pt x="165906" y="171859"/>
                </a:lnTo>
                <a:lnTo>
                  <a:pt x="162036" y="177774"/>
                </a:lnTo>
                <a:lnTo>
                  <a:pt x="160708" y="184481"/>
                </a:lnTo>
                <a:lnTo>
                  <a:pt x="162000" y="191203"/>
                </a:lnTo>
                <a:lnTo>
                  <a:pt x="165943" y="197122"/>
                </a:lnTo>
                <a:lnTo>
                  <a:pt x="171862" y="201026"/>
                </a:lnTo>
                <a:lnTo>
                  <a:pt x="178584" y="202341"/>
                </a:lnTo>
                <a:lnTo>
                  <a:pt x="220191" y="202341"/>
                </a:lnTo>
                <a:lnTo>
                  <a:pt x="220191" y="277787"/>
                </a:lnTo>
                <a:lnTo>
                  <a:pt x="228153" y="285750"/>
                </a:lnTo>
                <a:lnTo>
                  <a:pt x="461654" y="285750"/>
                </a:lnTo>
                <a:lnTo>
                  <a:pt x="448354" y="305479"/>
                </a:lnTo>
                <a:lnTo>
                  <a:pt x="418077" y="325890"/>
                </a:lnTo>
                <a:lnTo>
                  <a:pt x="381000" y="333375"/>
                </a:lnTo>
                <a:close/>
              </a:path>
              <a:path w="476250" h="333375">
                <a:moveTo>
                  <a:pt x="370724" y="59680"/>
                </a:moveTo>
                <a:lnTo>
                  <a:pt x="293712" y="59680"/>
                </a:lnTo>
                <a:lnTo>
                  <a:pt x="302619" y="54594"/>
                </a:lnTo>
                <a:lnTo>
                  <a:pt x="312287" y="50806"/>
                </a:lnTo>
                <a:lnTo>
                  <a:pt x="322583" y="48441"/>
                </a:lnTo>
                <a:lnTo>
                  <a:pt x="333375" y="47625"/>
                </a:lnTo>
                <a:lnTo>
                  <a:pt x="361175" y="53240"/>
                </a:lnTo>
                <a:lnTo>
                  <a:pt x="370724" y="59680"/>
                </a:lnTo>
                <a:close/>
              </a:path>
              <a:path w="476250" h="333375">
                <a:moveTo>
                  <a:pt x="468727" y="202341"/>
                </a:moveTo>
                <a:lnTo>
                  <a:pt x="297715" y="202341"/>
                </a:lnTo>
                <a:lnTo>
                  <a:pt x="304327" y="201026"/>
                </a:lnTo>
                <a:lnTo>
                  <a:pt x="310157" y="197122"/>
                </a:lnTo>
                <a:lnTo>
                  <a:pt x="314061" y="191203"/>
                </a:lnTo>
                <a:lnTo>
                  <a:pt x="315376" y="184481"/>
                </a:lnTo>
                <a:lnTo>
                  <a:pt x="314081" y="177774"/>
                </a:lnTo>
                <a:lnTo>
                  <a:pt x="310120" y="171859"/>
                </a:lnTo>
                <a:lnTo>
                  <a:pt x="250626" y="112365"/>
                </a:lnTo>
                <a:lnTo>
                  <a:pt x="244707" y="108430"/>
                </a:lnTo>
                <a:lnTo>
                  <a:pt x="237985" y="107119"/>
                </a:lnTo>
                <a:lnTo>
                  <a:pt x="402399" y="107119"/>
                </a:lnTo>
                <a:lnTo>
                  <a:pt x="404812" y="119062"/>
                </a:lnTo>
                <a:lnTo>
                  <a:pt x="404624" y="123080"/>
                </a:lnTo>
                <a:lnTo>
                  <a:pt x="404497" y="125785"/>
                </a:lnTo>
                <a:lnTo>
                  <a:pt x="403575" y="132326"/>
                </a:lnTo>
                <a:lnTo>
                  <a:pt x="402081" y="138672"/>
                </a:lnTo>
                <a:lnTo>
                  <a:pt x="400050" y="144809"/>
                </a:lnTo>
                <a:lnTo>
                  <a:pt x="430290" y="156617"/>
                </a:lnTo>
                <a:lnTo>
                  <a:pt x="454446" y="177486"/>
                </a:lnTo>
                <a:lnTo>
                  <a:pt x="468727" y="202341"/>
                </a:lnTo>
                <a:close/>
              </a:path>
              <a:path w="476250" h="333375">
                <a:moveTo>
                  <a:pt x="220191" y="202341"/>
                </a:moveTo>
                <a:lnTo>
                  <a:pt x="178584" y="202341"/>
                </a:lnTo>
                <a:lnTo>
                  <a:pt x="185323" y="201026"/>
                </a:lnTo>
                <a:lnTo>
                  <a:pt x="191169" y="197122"/>
                </a:lnTo>
                <a:lnTo>
                  <a:pt x="220191" y="168101"/>
                </a:lnTo>
                <a:lnTo>
                  <a:pt x="220191" y="202341"/>
                </a:lnTo>
                <a:close/>
              </a:path>
              <a:path w="476250" h="333375">
                <a:moveTo>
                  <a:pt x="461654" y="285750"/>
                </a:moveTo>
                <a:lnTo>
                  <a:pt x="247947" y="285750"/>
                </a:lnTo>
                <a:lnTo>
                  <a:pt x="255909" y="277787"/>
                </a:lnTo>
                <a:lnTo>
                  <a:pt x="255909" y="168101"/>
                </a:lnTo>
                <a:lnTo>
                  <a:pt x="284931" y="197122"/>
                </a:lnTo>
                <a:lnTo>
                  <a:pt x="290803" y="201026"/>
                </a:lnTo>
                <a:lnTo>
                  <a:pt x="297429" y="202341"/>
                </a:lnTo>
                <a:lnTo>
                  <a:pt x="468727" y="202341"/>
                </a:lnTo>
                <a:lnTo>
                  <a:pt x="470455" y="205346"/>
                </a:lnTo>
                <a:lnTo>
                  <a:pt x="476250" y="238125"/>
                </a:lnTo>
                <a:lnTo>
                  <a:pt x="468765" y="275202"/>
                </a:lnTo>
                <a:lnTo>
                  <a:pt x="461654" y="285750"/>
                </a:lnTo>
                <a:close/>
              </a:path>
            </a:pathLst>
          </a:custGeom>
          <a:solidFill>
            <a:srgbClr val="B065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504037" y="2458478"/>
            <a:ext cx="3687445" cy="24758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00" b="1" spc="-65" dirty="0">
                <a:solidFill>
                  <a:srgbClr val="FFFFFF"/>
                </a:solidFill>
                <a:latin typeface="Lucida Sans"/>
                <a:cs typeface="Lucida Sans"/>
              </a:rPr>
              <a:t>Better</a:t>
            </a:r>
            <a:r>
              <a:rPr sz="1600" b="1" spc="-17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600" b="1" spc="-120" dirty="0">
                <a:solidFill>
                  <a:srgbClr val="FFFFFF"/>
                </a:solidFill>
                <a:latin typeface="Lucida Sans"/>
                <a:cs typeface="Lucida Sans"/>
              </a:rPr>
              <a:t>UI/UX</a:t>
            </a:r>
            <a:r>
              <a:rPr sz="1600" b="1" spc="-16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Lucida Sans"/>
                <a:cs typeface="Lucida Sans"/>
              </a:rPr>
              <a:t>Understanding</a:t>
            </a:r>
            <a:endParaRPr sz="1600">
              <a:latin typeface="Lucida Sans"/>
              <a:cs typeface="Lucida Sans"/>
            </a:endParaRPr>
          </a:p>
          <a:p>
            <a:pPr marL="12700" marR="5080">
              <a:lnSpc>
                <a:spcPct val="118100"/>
              </a:lnSpc>
              <a:spcBef>
                <a:spcPts val="735"/>
              </a:spcBef>
            </a:pPr>
            <a:r>
              <a:rPr sz="1350" spc="-70" dirty="0">
                <a:solidFill>
                  <a:srgbClr val="A0AEBF"/>
                </a:solidFill>
                <a:latin typeface="Microsoft Sans Serif"/>
                <a:cs typeface="Microsoft Sans Serif"/>
              </a:rPr>
              <a:t>Developed</a:t>
            </a:r>
            <a:r>
              <a:rPr sz="1350" spc="-8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30" dirty="0">
                <a:solidFill>
                  <a:srgbClr val="A0AEBF"/>
                </a:solidFill>
                <a:latin typeface="Microsoft Sans Serif"/>
                <a:cs typeface="Microsoft Sans Serif"/>
              </a:rPr>
              <a:t>stronger</a:t>
            </a:r>
            <a:r>
              <a:rPr sz="1350" spc="-7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Microsoft Sans Serif"/>
                <a:cs typeface="Microsoft Sans Serif"/>
              </a:rPr>
              <a:t>intuition</a:t>
            </a:r>
            <a:r>
              <a:rPr sz="1350" spc="-8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Microsoft Sans Serif"/>
                <a:cs typeface="Microsoft Sans Serif"/>
              </a:rPr>
              <a:t>for</a:t>
            </a:r>
            <a:r>
              <a:rPr sz="1350" spc="-7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Microsoft Sans Serif"/>
                <a:cs typeface="Microsoft Sans Serif"/>
              </a:rPr>
              <a:t>user</a:t>
            </a:r>
            <a:r>
              <a:rPr sz="1350" spc="-7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Microsoft Sans Serif"/>
                <a:cs typeface="Microsoft Sans Serif"/>
              </a:rPr>
              <a:t>experience </a:t>
            </a:r>
            <a:r>
              <a:rPr sz="1350" spc="-60" dirty="0">
                <a:solidFill>
                  <a:srgbClr val="A0AEBF"/>
                </a:solidFill>
                <a:latin typeface="Microsoft Sans Serif"/>
                <a:cs typeface="Microsoft Sans Serif"/>
              </a:rPr>
              <a:t>design,</a:t>
            </a:r>
            <a:r>
              <a:rPr sz="1350" spc="3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35" dirty="0">
                <a:solidFill>
                  <a:srgbClr val="A0AEBF"/>
                </a:solidFill>
                <a:latin typeface="Microsoft Sans Serif"/>
                <a:cs typeface="Microsoft Sans Serif"/>
              </a:rPr>
              <a:t>focusing</a:t>
            </a:r>
            <a:r>
              <a:rPr sz="1350" spc="-12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45" dirty="0">
                <a:solidFill>
                  <a:srgbClr val="A0AEBF"/>
                </a:solidFill>
                <a:latin typeface="Microsoft Sans Serif"/>
                <a:cs typeface="Microsoft Sans Serif"/>
              </a:rPr>
              <a:t>on</a:t>
            </a:r>
            <a:r>
              <a:rPr sz="1350" spc="-12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25" dirty="0">
                <a:solidFill>
                  <a:srgbClr val="A0AEBF"/>
                </a:solidFill>
                <a:latin typeface="Microsoft Sans Serif"/>
                <a:cs typeface="Microsoft Sans Serif"/>
              </a:rPr>
              <a:t>intuitive</a:t>
            </a:r>
            <a:r>
              <a:rPr sz="1350" spc="-4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50" dirty="0">
                <a:solidFill>
                  <a:srgbClr val="A0AEBF"/>
                </a:solidFill>
                <a:latin typeface="Microsoft Sans Serif"/>
                <a:cs typeface="Microsoft Sans Serif"/>
              </a:rPr>
              <a:t>navigation,</a:t>
            </a:r>
            <a:r>
              <a:rPr sz="1350" spc="6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Microsoft Sans Serif"/>
                <a:cs typeface="Microsoft Sans Serif"/>
              </a:rPr>
              <a:t>responsive </a:t>
            </a:r>
            <a:r>
              <a:rPr sz="1350" spc="-55" dirty="0">
                <a:solidFill>
                  <a:srgbClr val="A0AEBF"/>
                </a:solidFill>
                <a:latin typeface="Microsoft Sans Serif"/>
                <a:cs typeface="Microsoft Sans Serif"/>
              </a:rPr>
              <a:t>layouts,</a:t>
            </a:r>
            <a:r>
              <a:rPr sz="1350" spc="12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Microsoft Sans Serif"/>
                <a:cs typeface="Microsoft Sans Serif"/>
              </a:rPr>
              <a:t>and</a:t>
            </a:r>
            <a:r>
              <a:rPr sz="1350" spc="-10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Microsoft Sans Serif"/>
                <a:cs typeface="Microsoft Sans Serif"/>
              </a:rPr>
              <a:t>visually</a:t>
            </a:r>
            <a:r>
              <a:rPr sz="1350" spc="-10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Microsoft Sans Serif"/>
                <a:cs typeface="Microsoft Sans Serif"/>
              </a:rPr>
              <a:t>appealing</a:t>
            </a:r>
            <a:r>
              <a:rPr sz="1350" spc="-10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20" dirty="0">
                <a:solidFill>
                  <a:srgbClr val="A0AEBF"/>
                </a:solidFill>
                <a:latin typeface="Microsoft Sans Serif"/>
                <a:cs typeface="Microsoft Sans Serif"/>
              </a:rPr>
              <a:t>certificate</a:t>
            </a:r>
            <a:r>
              <a:rPr sz="1350" spc="-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Microsoft Sans Serif"/>
                <a:cs typeface="Microsoft Sans Serif"/>
              </a:rPr>
              <a:t>templates.</a:t>
            </a:r>
            <a:endParaRPr sz="13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600" b="1" spc="-140" dirty="0">
                <a:solidFill>
                  <a:srgbClr val="FFFFFF"/>
                </a:solidFill>
                <a:latin typeface="Lucida Sans"/>
                <a:cs typeface="Lucida Sans"/>
              </a:rPr>
              <a:t>Deplo</a:t>
            </a:r>
            <a:r>
              <a:rPr sz="2350" b="1" spc="-140" dirty="0">
                <a:solidFill>
                  <a:srgbClr val="FFFFFF"/>
                </a:solidFill>
                <a:latin typeface="Microsoft YaHei"/>
                <a:cs typeface="Microsoft YaHei"/>
              </a:rPr>
              <a:t>y</a:t>
            </a:r>
            <a:r>
              <a:rPr sz="1600" b="1" spc="-140" dirty="0">
                <a:solidFill>
                  <a:srgbClr val="FFFFFF"/>
                </a:solidFill>
                <a:latin typeface="Lucida Sans"/>
                <a:cs typeface="Lucida Sans"/>
              </a:rPr>
              <a:t>ment</a:t>
            </a:r>
            <a:r>
              <a:rPr sz="1600" b="1" spc="-14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Lucida Sans"/>
                <a:cs typeface="Lucida Sans"/>
              </a:rPr>
              <a:t>E</a:t>
            </a:r>
            <a:r>
              <a:rPr sz="2350" b="1" spc="-25" dirty="0">
                <a:solidFill>
                  <a:srgbClr val="FFFFFF"/>
                </a:solidFill>
                <a:latin typeface="Microsoft YaHei"/>
                <a:cs typeface="Microsoft YaHei"/>
              </a:rPr>
              <a:t>x</a:t>
            </a:r>
            <a:r>
              <a:rPr sz="1600" b="1" spc="-25" dirty="0">
                <a:solidFill>
                  <a:srgbClr val="FFFFFF"/>
                </a:solidFill>
                <a:latin typeface="Lucida Sans"/>
                <a:cs typeface="Lucida Sans"/>
              </a:rPr>
              <a:t>perience</a:t>
            </a:r>
            <a:endParaRPr sz="1600">
              <a:latin typeface="Lucida Sans"/>
              <a:cs typeface="Lucida Sans"/>
            </a:endParaRPr>
          </a:p>
          <a:p>
            <a:pPr marL="12700" marR="99060">
              <a:lnSpc>
                <a:spcPct val="118100"/>
              </a:lnSpc>
              <a:spcBef>
                <a:spcPts val="509"/>
              </a:spcBef>
            </a:pPr>
            <a:r>
              <a:rPr sz="1350" spc="-85" dirty="0">
                <a:solidFill>
                  <a:srgbClr val="A0AEBF"/>
                </a:solidFill>
                <a:latin typeface="Microsoft Sans Serif"/>
                <a:cs typeface="Microsoft Sans Serif"/>
              </a:rPr>
              <a:t>Gained</a:t>
            </a:r>
            <a:r>
              <a:rPr sz="1350" spc="-8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35" dirty="0">
                <a:solidFill>
                  <a:srgbClr val="A0AEBF"/>
                </a:solidFill>
                <a:latin typeface="Microsoft Sans Serif"/>
                <a:cs typeface="Microsoft Sans Serif"/>
              </a:rPr>
              <a:t>practical</a:t>
            </a:r>
            <a:r>
              <a:rPr sz="1350" spc="-8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Microsoft Sans Serif"/>
                <a:cs typeface="Microsoft Sans Serif"/>
              </a:rPr>
              <a:t>experience</a:t>
            </a:r>
            <a:r>
              <a:rPr sz="1350" spc="3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Microsoft Sans Serif"/>
                <a:cs typeface="Microsoft Sans Serif"/>
              </a:rPr>
              <a:t>with</a:t>
            </a:r>
            <a:r>
              <a:rPr sz="1350" spc="-7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Microsoft Sans Serif"/>
                <a:cs typeface="Microsoft Sans Serif"/>
              </a:rPr>
              <a:t>real-</a:t>
            </a:r>
            <a:r>
              <a:rPr sz="1350" spc="-20" dirty="0">
                <a:solidFill>
                  <a:srgbClr val="A0AEBF"/>
                </a:solidFill>
                <a:latin typeface="Microsoft Sans Serif"/>
                <a:cs typeface="Microsoft Sans Serif"/>
              </a:rPr>
              <a:t>world </a:t>
            </a:r>
            <a:r>
              <a:rPr sz="1350" spc="-50" dirty="0">
                <a:solidFill>
                  <a:srgbClr val="A0AEBF"/>
                </a:solidFill>
                <a:latin typeface="Microsoft Sans Serif"/>
                <a:cs typeface="Microsoft Sans Serif"/>
              </a:rPr>
              <a:t>deployment</a:t>
            </a:r>
            <a:r>
              <a:rPr sz="1350" spc="-12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Microsoft Sans Serif"/>
                <a:cs typeface="Microsoft Sans Serif"/>
              </a:rPr>
              <a:t>scenarios,</a:t>
            </a:r>
            <a:r>
              <a:rPr sz="1350" spc="7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40" dirty="0">
                <a:solidFill>
                  <a:srgbClr val="A0AEBF"/>
                </a:solidFill>
                <a:latin typeface="Microsoft Sans Serif"/>
                <a:cs typeface="Microsoft Sans Serif"/>
              </a:rPr>
              <a:t>error</a:t>
            </a:r>
            <a:r>
              <a:rPr sz="1350" spc="-12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Microsoft Sans Serif"/>
                <a:cs typeface="Microsoft Sans Serif"/>
              </a:rPr>
              <a:t>handling,</a:t>
            </a:r>
            <a:r>
              <a:rPr sz="13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Microsoft Sans Serif"/>
                <a:cs typeface="Microsoft Sans Serif"/>
              </a:rPr>
              <a:t>performance </a:t>
            </a:r>
            <a:r>
              <a:rPr sz="1350" spc="-40" dirty="0">
                <a:solidFill>
                  <a:srgbClr val="A0AEBF"/>
                </a:solidFill>
                <a:latin typeface="Microsoft Sans Serif"/>
                <a:cs typeface="Microsoft Sans Serif"/>
              </a:rPr>
              <a:t>optimization,</a:t>
            </a:r>
            <a:r>
              <a:rPr sz="1350" spc="13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60" dirty="0">
                <a:solidFill>
                  <a:srgbClr val="A0AEBF"/>
                </a:solidFill>
                <a:latin typeface="Microsoft Sans Serif"/>
                <a:cs typeface="Microsoft Sans Serif"/>
              </a:rPr>
              <a:t>and</a:t>
            </a:r>
            <a:r>
              <a:rPr sz="1350" spc="-10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55" dirty="0">
                <a:solidFill>
                  <a:srgbClr val="A0AEBF"/>
                </a:solidFill>
                <a:latin typeface="Microsoft Sans Serif"/>
                <a:cs typeface="Microsoft Sans Serif"/>
              </a:rPr>
              <a:t>system</a:t>
            </a:r>
            <a:r>
              <a:rPr sz="1350" spc="-9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30" dirty="0">
                <a:solidFill>
                  <a:srgbClr val="A0AEBF"/>
                </a:solidFill>
                <a:latin typeface="Microsoft Sans Serif"/>
                <a:cs typeface="Microsoft Sans Serif"/>
              </a:rPr>
              <a:t>integration</a:t>
            </a:r>
            <a:r>
              <a:rPr sz="1350" spc="-10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A0AEBF"/>
                </a:solidFill>
                <a:latin typeface="Microsoft Sans Serif"/>
                <a:cs typeface="Microsoft Sans Serif"/>
              </a:rPr>
              <a:t>challenges.</a:t>
            </a:r>
            <a:endParaRPr sz="13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20236" y="644176"/>
            <a:ext cx="24447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25" dirty="0">
                <a:solidFill>
                  <a:srgbClr val="FFFFFF"/>
                </a:solidFill>
                <a:latin typeface="Gill Sans MT"/>
                <a:cs typeface="Gill Sans MT"/>
              </a:rPr>
              <a:t>CERTIFICATE</a:t>
            </a:r>
            <a:r>
              <a:rPr sz="1200" b="1" spc="-3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200" b="1" spc="-125" dirty="0">
                <a:solidFill>
                  <a:srgbClr val="FFFFFF"/>
                </a:solidFill>
                <a:latin typeface="Gill Sans MT"/>
                <a:cs typeface="Gill Sans MT"/>
              </a:rPr>
              <a:t>GENERATOR</a:t>
            </a:r>
            <a:r>
              <a:rPr sz="1200" b="1" spc="-2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200" b="1" spc="-70" dirty="0">
                <a:solidFill>
                  <a:srgbClr val="FFFFFF"/>
                </a:solidFill>
                <a:latin typeface="Gill Sans MT"/>
                <a:cs typeface="Gill Sans MT"/>
              </a:rPr>
              <a:t>SYSTEM</a:t>
            </a:r>
            <a:endParaRPr sz="1200">
              <a:latin typeface="Gill Sans MT"/>
              <a:cs typeface="Gill Sans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48489" y="675739"/>
            <a:ext cx="183831" cy="18383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068049" y="3428999"/>
            <a:ext cx="361950" cy="381000"/>
            <a:chOff x="11068049" y="3428999"/>
            <a:chExt cx="361950" cy="381000"/>
          </a:xfrm>
        </p:grpSpPr>
        <p:sp>
          <p:nvSpPr>
            <p:cNvPr id="5" name="object 5"/>
            <p:cNvSpPr/>
            <p:nvPr/>
          </p:nvSpPr>
          <p:spPr>
            <a:xfrm>
              <a:off x="11068049" y="3428999"/>
              <a:ext cx="361950" cy="381000"/>
            </a:xfrm>
            <a:custGeom>
              <a:avLst/>
              <a:gdLst/>
              <a:ahLst/>
              <a:cxnLst/>
              <a:rect l="l" t="t" r="r" b="b"/>
              <a:pathLst>
                <a:path w="361950" h="381000">
                  <a:moveTo>
                    <a:pt x="179114" y="380999"/>
                  </a:moveTo>
                  <a:lnTo>
                    <a:pt x="135582" y="375288"/>
                  </a:lnTo>
                  <a:lnTo>
                    <a:pt x="94678" y="358507"/>
                  </a:lnTo>
                  <a:lnTo>
                    <a:pt x="58835" y="331659"/>
                  </a:lnTo>
                  <a:lnTo>
                    <a:pt x="30185" y="296335"/>
                  </a:lnTo>
                  <a:lnTo>
                    <a:pt x="10464" y="254666"/>
                  </a:lnTo>
                  <a:lnTo>
                    <a:pt x="859" y="209172"/>
                  </a:lnTo>
                  <a:lnTo>
                    <a:pt x="0" y="190499"/>
                  </a:lnTo>
                  <a:lnTo>
                    <a:pt x="214" y="181141"/>
                  </a:lnTo>
                  <a:lnTo>
                    <a:pt x="7709" y="135199"/>
                  </a:lnTo>
                  <a:lnTo>
                    <a:pt x="25475" y="92572"/>
                  </a:lnTo>
                  <a:lnTo>
                    <a:pt x="52460" y="55796"/>
                  </a:lnTo>
                  <a:lnTo>
                    <a:pt x="87039" y="27095"/>
                  </a:lnTo>
                  <a:lnTo>
                    <a:pt x="127119" y="8200"/>
                  </a:lnTo>
                  <a:lnTo>
                    <a:pt x="170315" y="228"/>
                  </a:lnTo>
                  <a:lnTo>
                    <a:pt x="182835" y="0"/>
                  </a:lnTo>
                  <a:lnTo>
                    <a:pt x="191634" y="228"/>
                  </a:lnTo>
                  <a:lnTo>
                    <a:pt x="234829" y="8200"/>
                  </a:lnTo>
                  <a:lnTo>
                    <a:pt x="274909" y="27095"/>
                  </a:lnTo>
                  <a:lnTo>
                    <a:pt x="309488" y="55796"/>
                  </a:lnTo>
                  <a:lnTo>
                    <a:pt x="336471" y="92572"/>
                  </a:lnTo>
                  <a:lnTo>
                    <a:pt x="354237" y="135199"/>
                  </a:lnTo>
                  <a:lnTo>
                    <a:pt x="361734" y="181141"/>
                  </a:lnTo>
                  <a:lnTo>
                    <a:pt x="361949" y="190499"/>
                  </a:lnTo>
                  <a:lnTo>
                    <a:pt x="361734" y="199858"/>
                  </a:lnTo>
                  <a:lnTo>
                    <a:pt x="354237" y="245799"/>
                  </a:lnTo>
                  <a:lnTo>
                    <a:pt x="336471" y="288426"/>
                  </a:lnTo>
                  <a:lnTo>
                    <a:pt x="309488" y="325203"/>
                  </a:lnTo>
                  <a:lnTo>
                    <a:pt x="274909" y="353903"/>
                  </a:lnTo>
                  <a:lnTo>
                    <a:pt x="234829" y="372798"/>
                  </a:lnTo>
                  <a:lnTo>
                    <a:pt x="191634" y="380771"/>
                  </a:lnTo>
                  <a:lnTo>
                    <a:pt x="179114" y="380999"/>
                  </a:lnTo>
                  <a:close/>
                </a:path>
              </a:pathLst>
            </a:custGeom>
            <a:solidFill>
              <a:srgbClr val="B06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44249" y="3533804"/>
              <a:ext cx="209401" cy="16752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1048999" y="4057649"/>
            <a:ext cx="381000" cy="381000"/>
            <a:chOff x="11048999" y="4057649"/>
            <a:chExt cx="381000" cy="381000"/>
          </a:xfrm>
        </p:grpSpPr>
        <p:sp>
          <p:nvSpPr>
            <p:cNvPr id="8" name="object 8"/>
            <p:cNvSpPr/>
            <p:nvPr/>
          </p:nvSpPr>
          <p:spPr>
            <a:xfrm>
              <a:off x="11048999" y="40576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199" y="375288"/>
                  </a:lnTo>
                  <a:lnTo>
                    <a:pt x="100695" y="358507"/>
                  </a:lnTo>
                  <a:lnTo>
                    <a:pt x="62574" y="331659"/>
                  </a:lnTo>
                  <a:lnTo>
                    <a:pt x="32103" y="296335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199" y="135199"/>
                  </a:lnTo>
                  <a:lnTo>
                    <a:pt x="27094" y="92571"/>
                  </a:lnTo>
                  <a:lnTo>
                    <a:pt x="55795" y="55795"/>
                  </a:lnTo>
                  <a:lnTo>
                    <a:pt x="92569" y="27095"/>
                  </a:lnTo>
                  <a:lnTo>
                    <a:pt x="135198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5" y="27095"/>
                  </a:lnTo>
                  <a:lnTo>
                    <a:pt x="325202" y="55795"/>
                  </a:lnTo>
                  <a:lnTo>
                    <a:pt x="353902" y="92571"/>
                  </a:lnTo>
                  <a:lnTo>
                    <a:pt x="372796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6" y="245799"/>
                  </a:lnTo>
                  <a:lnTo>
                    <a:pt x="353902" y="288426"/>
                  </a:lnTo>
                  <a:lnTo>
                    <a:pt x="325202" y="325203"/>
                  </a:lnTo>
                  <a:lnTo>
                    <a:pt x="288424" y="353903"/>
                  </a:lnTo>
                  <a:lnTo>
                    <a:pt x="245798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B06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2727" y="4161410"/>
              <a:ext cx="169675" cy="169642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11048999" y="4629149"/>
            <a:ext cx="381000" cy="381000"/>
            <a:chOff x="11048999" y="4629149"/>
            <a:chExt cx="381000" cy="381000"/>
          </a:xfrm>
        </p:grpSpPr>
        <p:sp>
          <p:nvSpPr>
            <p:cNvPr id="11" name="object 11"/>
            <p:cNvSpPr/>
            <p:nvPr/>
          </p:nvSpPr>
          <p:spPr>
            <a:xfrm>
              <a:off x="11048999" y="46291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199" y="375289"/>
                  </a:lnTo>
                  <a:lnTo>
                    <a:pt x="100695" y="358507"/>
                  </a:lnTo>
                  <a:lnTo>
                    <a:pt x="62574" y="331659"/>
                  </a:lnTo>
                  <a:lnTo>
                    <a:pt x="32103" y="296335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0"/>
                  </a:lnTo>
                  <a:lnTo>
                    <a:pt x="8199" y="135199"/>
                  </a:lnTo>
                  <a:lnTo>
                    <a:pt x="27094" y="92572"/>
                  </a:lnTo>
                  <a:lnTo>
                    <a:pt x="55795" y="55796"/>
                  </a:lnTo>
                  <a:lnTo>
                    <a:pt x="92569" y="27095"/>
                  </a:lnTo>
                  <a:lnTo>
                    <a:pt x="135198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5" y="27095"/>
                  </a:lnTo>
                  <a:lnTo>
                    <a:pt x="325202" y="55796"/>
                  </a:lnTo>
                  <a:lnTo>
                    <a:pt x="353902" y="92572"/>
                  </a:lnTo>
                  <a:lnTo>
                    <a:pt x="372796" y="135199"/>
                  </a:lnTo>
                  <a:lnTo>
                    <a:pt x="380770" y="181140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6" y="245799"/>
                  </a:lnTo>
                  <a:lnTo>
                    <a:pt x="353902" y="288427"/>
                  </a:lnTo>
                  <a:lnTo>
                    <a:pt x="325202" y="325203"/>
                  </a:lnTo>
                  <a:lnTo>
                    <a:pt x="288424" y="353903"/>
                  </a:lnTo>
                  <a:lnTo>
                    <a:pt x="245798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B06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34724" y="4733954"/>
              <a:ext cx="209401" cy="167520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325"/>
              </a:spcBef>
            </a:pPr>
            <a:r>
              <a:rPr spc="-114" dirty="0"/>
              <a:t>Our</a:t>
            </a:r>
            <a:r>
              <a:rPr spc="-125" dirty="0"/>
              <a:t> </a:t>
            </a:r>
            <a:r>
              <a:rPr spc="-80" dirty="0"/>
              <a:t>sincere</a:t>
            </a:r>
            <a:r>
              <a:rPr dirty="0"/>
              <a:t> </a:t>
            </a:r>
            <a:r>
              <a:rPr spc="-60" dirty="0"/>
              <a:t>thanks</a:t>
            </a:r>
            <a:r>
              <a:rPr spc="-120" dirty="0"/>
              <a:t> </a:t>
            </a:r>
            <a:r>
              <a:rPr dirty="0"/>
              <a:t>to</a:t>
            </a:r>
            <a:r>
              <a:rPr spc="-120" dirty="0"/>
              <a:t> </a:t>
            </a:r>
            <a:r>
              <a:rPr spc="-65" dirty="0"/>
              <a:t>all</a:t>
            </a:r>
            <a:r>
              <a:rPr spc="-120" dirty="0"/>
              <a:t> </a:t>
            </a:r>
            <a:r>
              <a:rPr spc="-65" dirty="0"/>
              <a:t>mentors</a:t>
            </a:r>
            <a:r>
              <a:rPr spc="-125" dirty="0"/>
              <a:t> </a:t>
            </a:r>
            <a:r>
              <a:rPr spc="-75" dirty="0"/>
              <a:t>who</a:t>
            </a:r>
            <a:r>
              <a:rPr spc="-120" dirty="0"/>
              <a:t> </a:t>
            </a:r>
            <a:r>
              <a:rPr spc="-65" dirty="0"/>
              <a:t>guided</a:t>
            </a:r>
            <a:r>
              <a:rPr spc="-120" dirty="0"/>
              <a:t> </a:t>
            </a:r>
            <a:r>
              <a:rPr spc="-70" dirty="0"/>
              <a:t>us</a:t>
            </a:r>
            <a:r>
              <a:rPr spc="-120" dirty="0"/>
              <a:t> </a:t>
            </a:r>
            <a:r>
              <a:rPr spc="-35" dirty="0"/>
              <a:t>throughout</a:t>
            </a:r>
            <a:r>
              <a:rPr spc="-120" dirty="0"/>
              <a:t> </a:t>
            </a:r>
            <a:r>
              <a:rPr spc="-20" dirty="0"/>
              <a:t>this</a:t>
            </a:r>
          </a:p>
          <a:p>
            <a:pPr marR="5080" algn="r">
              <a:lnSpc>
                <a:spcPct val="100000"/>
              </a:lnSpc>
              <a:spcBef>
                <a:spcPts val="225"/>
              </a:spcBef>
            </a:pPr>
            <a:r>
              <a:rPr spc="-10" dirty="0"/>
              <a:t>journey</a:t>
            </a: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300"/>
          </a:p>
          <a:p>
            <a:pPr marR="27305" algn="r">
              <a:lnSpc>
                <a:spcPct val="100000"/>
              </a:lnSpc>
              <a:spcBef>
                <a:spcPts val="5"/>
              </a:spcBef>
            </a:pPr>
            <a:r>
              <a:rPr spc="-225" dirty="0"/>
              <a:t>We</a:t>
            </a:r>
            <a:r>
              <a:rPr spc="-20" dirty="0"/>
              <a:t> </a:t>
            </a:r>
            <a:r>
              <a:rPr spc="-70" dirty="0"/>
              <a:t>appreciate</a:t>
            </a:r>
            <a:r>
              <a:rPr spc="-20" dirty="0"/>
              <a:t> </a:t>
            </a:r>
            <a:r>
              <a:rPr spc="-45" dirty="0"/>
              <a:t>the</a:t>
            </a:r>
            <a:r>
              <a:rPr spc="-15" dirty="0"/>
              <a:t> </a:t>
            </a:r>
            <a:r>
              <a:rPr spc="-65" dirty="0"/>
              <a:t>judges</a:t>
            </a:r>
            <a:r>
              <a:rPr spc="-135" dirty="0"/>
              <a:t> </a:t>
            </a:r>
            <a:r>
              <a:rPr spc="-35" dirty="0"/>
              <a:t>for</a:t>
            </a:r>
            <a:r>
              <a:rPr spc="-130" dirty="0"/>
              <a:t> </a:t>
            </a:r>
            <a:r>
              <a:rPr spc="-25" dirty="0"/>
              <a:t>their</a:t>
            </a:r>
            <a:r>
              <a:rPr spc="-135" dirty="0"/>
              <a:t> </a:t>
            </a:r>
            <a:r>
              <a:rPr spc="-90" dirty="0"/>
              <a:t>valuable</a:t>
            </a:r>
            <a:r>
              <a:rPr spc="-15" dirty="0"/>
              <a:t> </a:t>
            </a:r>
            <a:r>
              <a:rPr spc="-70" dirty="0"/>
              <a:t>feedback</a:t>
            </a:r>
            <a:r>
              <a:rPr spc="-135" dirty="0"/>
              <a:t> </a:t>
            </a:r>
            <a:r>
              <a:rPr spc="-85" dirty="0"/>
              <a:t>and</a:t>
            </a:r>
            <a:r>
              <a:rPr spc="-130" dirty="0"/>
              <a:t> </a:t>
            </a:r>
            <a:r>
              <a:rPr spc="-10" dirty="0"/>
              <a:t>insights</a:t>
            </a:r>
          </a:p>
          <a:p>
            <a:pPr marL="1235075" marR="27305" indent="-1223010">
              <a:lnSpc>
                <a:spcPct val="220800"/>
              </a:lnSpc>
              <a:spcBef>
                <a:spcPts val="525"/>
              </a:spcBef>
            </a:pPr>
            <a:r>
              <a:rPr spc="-105" dirty="0"/>
              <a:t>Thank</a:t>
            </a:r>
            <a:r>
              <a:rPr spc="-120" dirty="0"/>
              <a:t> </a:t>
            </a:r>
            <a:r>
              <a:rPr spc="-80" dirty="0"/>
              <a:t>you</a:t>
            </a:r>
            <a:r>
              <a:rPr spc="-120" dirty="0"/>
              <a:t> </a:t>
            </a:r>
            <a:r>
              <a:rPr dirty="0"/>
              <a:t>to</a:t>
            </a:r>
            <a:r>
              <a:rPr spc="-120" dirty="0"/>
              <a:t> </a:t>
            </a:r>
            <a:r>
              <a:rPr spc="-45" dirty="0"/>
              <a:t>the</a:t>
            </a:r>
            <a:r>
              <a:rPr dirty="0"/>
              <a:t> </a:t>
            </a:r>
            <a:r>
              <a:rPr spc="-80" dirty="0"/>
              <a:t>organizers</a:t>
            </a:r>
            <a:r>
              <a:rPr spc="-114" dirty="0"/>
              <a:t> </a:t>
            </a:r>
            <a:r>
              <a:rPr spc="-35" dirty="0"/>
              <a:t>for</a:t>
            </a:r>
            <a:r>
              <a:rPr spc="-120" dirty="0"/>
              <a:t> </a:t>
            </a:r>
            <a:r>
              <a:rPr spc="-20" dirty="0"/>
              <a:t>this</a:t>
            </a:r>
            <a:r>
              <a:rPr spc="-120" dirty="0"/>
              <a:t> </a:t>
            </a:r>
            <a:r>
              <a:rPr spc="-65" dirty="0"/>
              <a:t>incredible</a:t>
            </a:r>
            <a:r>
              <a:rPr dirty="0"/>
              <a:t> </a:t>
            </a:r>
            <a:r>
              <a:rPr spc="-70" dirty="0"/>
              <a:t>learning</a:t>
            </a:r>
            <a:r>
              <a:rPr spc="-114" dirty="0"/>
              <a:t> </a:t>
            </a:r>
            <a:r>
              <a:rPr spc="-10" dirty="0"/>
              <a:t>opportunity </a:t>
            </a:r>
            <a:r>
              <a:rPr spc="-225" dirty="0"/>
              <a:t>We</a:t>
            </a:r>
            <a:r>
              <a:rPr spc="-15" dirty="0"/>
              <a:t> </a:t>
            </a:r>
            <a:r>
              <a:rPr spc="-75" dirty="0"/>
              <a:t>enjoyed</a:t>
            </a:r>
            <a:r>
              <a:rPr spc="-125" dirty="0"/>
              <a:t> </a:t>
            </a:r>
            <a:r>
              <a:rPr spc="-45" dirty="0"/>
              <a:t>the</a:t>
            </a:r>
            <a:r>
              <a:rPr spc="-15" dirty="0"/>
              <a:t> </a:t>
            </a:r>
            <a:r>
              <a:rPr spc="-65" dirty="0"/>
              <a:t>hackathon</a:t>
            </a:r>
            <a:r>
              <a:rPr spc="-125" dirty="0"/>
              <a:t> </a:t>
            </a:r>
            <a:r>
              <a:rPr spc="-80" dirty="0"/>
              <a:t>experience</a:t>
            </a:r>
            <a:r>
              <a:rPr spc="-15" dirty="0"/>
              <a:t> </a:t>
            </a:r>
            <a:r>
              <a:rPr spc="-85" dirty="0"/>
              <a:t>and</a:t>
            </a:r>
            <a:r>
              <a:rPr spc="-125" dirty="0"/>
              <a:t> </a:t>
            </a:r>
            <a:r>
              <a:rPr spc="-30" dirty="0"/>
              <a:t>learned</a:t>
            </a:r>
          </a:p>
          <a:p>
            <a:pPr marR="27305" algn="r">
              <a:lnSpc>
                <a:spcPct val="100000"/>
              </a:lnSpc>
              <a:spcBef>
                <a:spcPts val="150"/>
              </a:spcBef>
            </a:pPr>
            <a:r>
              <a:rPr spc="-70" dirty="0"/>
              <a:t>so</a:t>
            </a:r>
            <a:r>
              <a:rPr spc="-140" dirty="0"/>
              <a:t> </a:t>
            </a:r>
            <a:r>
              <a:rPr spc="-80" dirty="0"/>
              <a:t>much</a:t>
            </a:r>
            <a:r>
              <a:rPr spc="-135" dirty="0"/>
              <a:t> </a:t>
            </a:r>
            <a:r>
              <a:rPr spc="-75" dirty="0"/>
              <a:t>along</a:t>
            </a:r>
            <a:r>
              <a:rPr spc="-135" dirty="0"/>
              <a:t> </a:t>
            </a:r>
            <a:r>
              <a:rPr spc="-45" dirty="0"/>
              <a:t>the</a:t>
            </a:r>
            <a:r>
              <a:rPr spc="-20" dirty="0"/>
              <a:t> way!</a:t>
            </a:r>
          </a:p>
        </p:txBody>
      </p:sp>
      <p:grpSp>
        <p:nvGrpSpPr>
          <p:cNvPr id="14" name="object 14"/>
          <p:cNvGrpSpPr/>
          <p:nvPr/>
        </p:nvGrpSpPr>
        <p:grpSpPr>
          <a:xfrm>
            <a:off x="11048999" y="5257799"/>
            <a:ext cx="381000" cy="381000"/>
            <a:chOff x="11048999" y="5257799"/>
            <a:chExt cx="381000" cy="381000"/>
          </a:xfrm>
        </p:grpSpPr>
        <p:sp>
          <p:nvSpPr>
            <p:cNvPr id="15" name="object 15"/>
            <p:cNvSpPr/>
            <p:nvPr/>
          </p:nvSpPr>
          <p:spPr>
            <a:xfrm>
              <a:off x="11048999" y="52577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199" y="375288"/>
                  </a:lnTo>
                  <a:lnTo>
                    <a:pt x="100695" y="358506"/>
                  </a:lnTo>
                  <a:lnTo>
                    <a:pt x="62574" y="331658"/>
                  </a:lnTo>
                  <a:lnTo>
                    <a:pt x="32103" y="296335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199" y="135199"/>
                  </a:lnTo>
                  <a:lnTo>
                    <a:pt x="27094" y="92572"/>
                  </a:lnTo>
                  <a:lnTo>
                    <a:pt x="55795" y="55796"/>
                  </a:lnTo>
                  <a:lnTo>
                    <a:pt x="92569" y="27095"/>
                  </a:lnTo>
                  <a:lnTo>
                    <a:pt x="135198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5" y="27095"/>
                  </a:lnTo>
                  <a:lnTo>
                    <a:pt x="325202" y="55796"/>
                  </a:lnTo>
                  <a:lnTo>
                    <a:pt x="353902" y="92572"/>
                  </a:lnTo>
                  <a:lnTo>
                    <a:pt x="372796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6" y="245799"/>
                  </a:lnTo>
                  <a:lnTo>
                    <a:pt x="353902" y="288427"/>
                  </a:lnTo>
                  <a:lnTo>
                    <a:pt x="325202" y="325203"/>
                  </a:lnTo>
                  <a:lnTo>
                    <a:pt x="288424" y="353902"/>
                  </a:lnTo>
                  <a:lnTo>
                    <a:pt x="245798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B06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34724" y="5382599"/>
              <a:ext cx="209401" cy="146580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-4464" y="1981101"/>
            <a:ext cx="5366742" cy="2869371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5702299" y="691951"/>
            <a:ext cx="3569970" cy="2163445"/>
          </a:xfrm>
          <a:prstGeom prst="rect">
            <a:avLst/>
          </a:prstGeom>
        </p:spPr>
        <p:txBody>
          <a:bodyPr vert="horz" wrap="square" lIns="0" tIns="320675" rIns="0" bIns="0" rtlCol="0">
            <a:spAutoFit/>
          </a:bodyPr>
          <a:lstStyle/>
          <a:p>
            <a:pPr marL="12700" marR="5080">
              <a:lnSpc>
                <a:spcPct val="75000"/>
              </a:lnSpc>
              <a:spcBef>
                <a:spcPts val="2525"/>
              </a:spcBef>
            </a:pPr>
            <a:r>
              <a:rPr sz="8000" spc="-680" dirty="0"/>
              <a:t>THANK </a:t>
            </a:r>
            <a:r>
              <a:rPr sz="8000" spc="-1050" dirty="0"/>
              <a:t>YOU</a:t>
            </a:r>
            <a:endParaRPr sz="8000"/>
          </a:p>
        </p:txBody>
      </p:sp>
      <p:sp>
        <p:nvSpPr>
          <p:cNvPr id="19" name="object 19"/>
          <p:cNvSpPr/>
          <p:nvPr/>
        </p:nvSpPr>
        <p:spPr>
          <a:xfrm>
            <a:off x="11620499" y="962024"/>
            <a:ext cx="95250" cy="1143000"/>
          </a:xfrm>
          <a:custGeom>
            <a:avLst/>
            <a:gdLst/>
            <a:ahLst/>
            <a:cxnLst/>
            <a:rect l="l" t="t" r="r" b="b"/>
            <a:pathLst>
              <a:path w="95250" h="1143000">
                <a:moveTo>
                  <a:pt x="95249" y="1142999"/>
                </a:moveTo>
                <a:lnTo>
                  <a:pt x="0" y="1142999"/>
                </a:lnTo>
                <a:lnTo>
                  <a:pt x="0" y="0"/>
                </a:lnTo>
                <a:lnTo>
                  <a:pt x="95249" y="0"/>
                </a:lnTo>
                <a:lnTo>
                  <a:pt x="95249" y="1142999"/>
                </a:lnTo>
                <a:close/>
              </a:path>
            </a:pathLst>
          </a:custGeom>
          <a:solidFill>
            <a:srgbClr val="B065F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889</Words>
  <Application>Microsoft Office PowerPoint</Application>
  <PresentationFormat>Custom</PresentationFormat>
  <Paragraphs>127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CERTIFICATE GENERATOR SYSTEM</vt:lpstr>
      <vt:lpstr>PROBLEM STATEMENT</vt:lpstr>
      <vt:lpstr>PROJECT OVERVIEW</vt:lpstr>
      <vt:lpstr>ARCHITECTURE / FLOW</vt:lpstr>
      <vt:lpstr>KEY SCREENS /</vt:lpstr>
      <vt:lpstr>TEAM CONTRIBUTION</vt:lpstr>
      <vt:lpstr>CHALLENGES FACED</vt:lpstr>
      <vt:lpstr>FUTURE ENHANCEMENTS</vt:lpstr>
      <vt:lpstr>LEARNING OUTCOMES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 GENERATOR SYSTEM</dc:title>
  <cp:lastModifiedBy>HP</cp:lastModifiedBy>
  <cp:revision>1</cp:revision>
  <dcterms:created xsi:type="dcterms:W3CDTF">2025-08-01T10:38:24Z</dcterms:created>
  <dcterms:modified xsi:type="dcterms:W3CDTF">2025-08-02T09:08:54Z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2025-08-01T00:00:00Z</vt:filetime>
  </property>
  <property fmtid="{D5CDD505-2E9C-101B-9397-08002B2CF9AE}" pid="3" name="Producer">
    <vt:lpwstr>pypdf</vt:lpwstr>
  </property>
  <property fmtid="{D5CDD505-2E9C-101B-9397-08002B2CF9AE}" pid="4" name="LastSaved">
    <vt:filetime>2025-08-01T00:00:00Z</vt:filetime>
  </property>
</Properties>
</file>